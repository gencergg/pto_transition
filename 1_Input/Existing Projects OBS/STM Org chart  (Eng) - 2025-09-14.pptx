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4"/>
  </p:sldMasterIdLst>
  <p:notesMasterIdLst>
    <p:notesMasterId r:id="rId6"/>
  </p:notesMasterIdLst>
  <p:sldIdLst>
    <p:sldId id="261" r:id="rId5"/>
  </p:sldIdLst>
  <p:sldSz cx="9144000" cy="6858000" type="screen4x3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46AAC971-D5AD-47DA-9E3C-712A55854AAD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55" autoAdjust="0"/>
    <p:restoredTop sz="86667" autoAdjust="0"/>
  </p:normalViewPr>
  <p:slideViewPr>
    <p:cSldViewPr>
      <p:cViewPr>
        <p:scale>
          <a:sx n="66" d="100"/>
          <a:sy n="66" d="100"/>
        </p:scale>
        <p:origin x="2357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customXml" Target="../customXml/item4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9D6F3EBA-3989-4E73-86D1-9A50D5833679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45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21823"/>
            <a:ext cx="5618480" cy="4189095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679923A9-1D55-4CA9-90C3-B422BEBBE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937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76275" y="388938"/>
            <a:ext cx="5684838" cy="42640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96D6BA-EF3A-4F50-BFE8-C8655A7128A4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572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3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4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6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8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60C5-7C3A-46E1-BAF6-C52624197486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4E397-3096-4F50-8377-170052EC035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85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13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88"/>
          <p:cNvSpPr>
            <a:spLocks noChangeArrowheads="1"/>
          </p:cNvSpPr>
          <p:nvPr userDrawn="1"/>
        </p:nvSpPr>
        <p:spPr bwMode="auto">
          <a:xfrm>
            <a:off x="0" y="5501032"/>
            <a:ext cx="9144000" cy="116188"/>
          </a:xfrm>
          <a:prstGeom prst="rect">
            <a:avLst/>
          </a:prstGeom>
          <a:solidFill>
            <a:srgbClr val="9A83B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909" tIns="41454" rIns="82909" bIns="41454" anchor="ctr"/>
          <a:lstStyle>
            <a:lvl1pPr>
              <a:defRPr sz="7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7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7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7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7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8034778"/>
      </p:ext>
    </p:extLst>
  </p:cSld>
  <p:clrMapOvr>
    <a:masterClrMapping/>
  </p:clrMapOvr>
  <p:transition>
    <p:wipe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60C5-7C3A-46E1-BAF6-C52624197486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fr-FR" altLang="en-US"/>
              <a:t>Page </a:t>
            </a:r>
            <a:fld id="{9980DF3E-41FF-4D31-A020-B9B356FD43E8}" type="slidenum">
              <a:rPr lang="fr-FR" altLang="en-US" smtClean="0"/>
              <a:pPr>
                <a:defRPr/>
              </a:pPr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2260865154"/>
      </p:ext>
    </p:extLst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5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1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3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34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4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58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69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81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9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60C5-7C3A-46E1-BAF6-C52624197486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fr-FR" altLang="en-US"/>
              <a:t>Page </a:t>
            </a:r>
            <a:fld id="{781DD85E-144F-45D2-B33E-D5E2B040833E}" type="slidenum">
              <a:rPr lang="fr-FR" altLang="en-US" smtClean="0"/>
              <a:pPr>
                <a:defRPr/>
              </a:pPr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826361034"/>
      </p:ext>
    </p:extLst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3238" y="1771652"/>
            <a:ext cx="4449762" cy="5008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5402" y="1771652"/>
            <a:ext cx="4449763" cy="5008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60C5-7C3A-46E1-BAF6-C52624197486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fr-FR" altLang="en-US"/>
              <a:t>Page </a:t>
            </a:r>
            <a:fld id="{55C0E14C-A1EA-4733-BEC9-7EF3CBCE4067}" type="slidenum">
              <a:rPr lang="fr-FR" altLang="en-US" smtClean="0"/>
              <a:pPr>
                <a:defRPr/>
              </a:pPr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840295132"/>
      </p:ext>
    </p:extLst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5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16" indent="0">
              <a:buNone/>
              <a:defRPr sz="2000" b="1"/>
            </a:lvl2pPr>
            <a:lvl3pPr marL="914233" indent="0">
              <a:buNone/>
              <a:defRPr sz="1800" b="1"/>
            </a:lvl3pPr>
            <a:lvl4pPr marL="1371349" indent="0">
              <a:buNone/>
              <a:defRPr sz="1600" b="1"/>
            </a:lvl4pPr>
            <a:lvl5pPr marL="1828466" indent="0">
              <a:buNone/>
              <a:defRPr sz="1600" b="1"/>
            </a:lvl5pPr>
            <a:lvl6pPr marL="2285583" indent="0">
              <a:buNone/>
              <a:defRPr sz="1600" b="1"/>
            </a:lvl6pPr>
            <a:lvl7pPr marL="2742699" indent="0">
              <a:buNone/>
              <a:defRPr sz="1600" b="1"/>
            </a:lvl7pPr>
            <a:lvl8pPr marL="3199816" indent="0">
              <a:buNone/>
              <a:defRPr sz="1600" b="1"/>
            </a:lvl8pPr>
            <a:lvl9pPr marL="3656932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5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16" indent="0">
              <a:buNone/>
              <a:defRPr sz="2000" b="1"/>
            </a:lvl2pPr>
            <a:lvl3pPr marL="914233" indent="0">
              <a:buNone/>
              <a:defRPr sz="1800" b="1"/>
            </a:lvl3pPr>
            <a:lvl4pPr marL="1371349" indent="0">
              <a:buNone/>
              <a:defRPr sz="1600" b="1"/>
            </a:lvl4pPr>
            <a:lvl5pPr marL="1828466" indent="0">
              <a:buNone/>
              <a:defRPr sz="1600" b="1"/>
            </a:lvl5pPr>
            <a:lvl6pPr marL="2285583" indent="0">
              <a:buNone/>
              <a:defRPr sz="1600" b="1"/>
            </a:lvl6pPr>
            <a:lvl7pPr marL="2742699" indent="0">
              <a:buNone/>
              <a:defRPr sz="1600" b="1"/>
            </a:lvl7pPr>
            <a:lvl8pPr marL="3199816" indent="0">
              <a:buNone/>
              <a:defRPr sz="1600" b="1"/>
            </a:lvl8pPr>
            <a:lvl9pPr marL="3656932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60C5-7C3A-46E1-BAF6-C52624197486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fr-FR" altLang="en-US"/>
              <a:t>Page </a:t>
            </a:r>
            <a:fld id="{2640895D-D654-4AA7-AF97-B8B3D67BE477}" type="slidenum">
              <a:rPr lang="fr-FR" altLang="en-US" smtClean="0"/>
              <a:pPr>
                <a:defRPr/>
              </a:pPr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3724248955"/>
      </p:ext>
    </p:extLst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60C5-7C3A-46E1-BAF6-C52624197486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fr-FR" altLang="en-US"/>
              <a:t>Page </a:t>
            </a:r>
            <a:fld id="{849523E7-8719-4741-BF10-494764674207}" type="slidenum">
              <a:rPr lang="fr-FR" altLang="en-US" smtClean="0"/>
              <a:pPr>
                <a:defRPr/>
              </a:pPr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2910299801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60C5-7C3A-46E1-BAF6-C52624197486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fr-FR" altLang="en-US"/>
              <a:t>Page </a:t>
            </a:r>
            <a:fld id="{64443B8D-6C7A-4470-83AC-EA341C912948}" type="slidenum">
              <a:rPr lang="fr-FR" altLang="en-US" smtClean="0"/>
              <a:pPr>
                <a:defRPr/>
              </a:pPr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1417829453"/>
      </p:ext>
    </p:extLst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16" indent="0">
              <a:buNone/>
              <a:defRPr sz="1200"/>
            </a:lvl2pPr>
            <a:lvl3pPr marL="914233" indent="0">
              <a:buNone/>
              <a:defRPr sz="1000"/>
            </a:lvl3pPr>
            <a:lvl4pPr marL="1371349" indent="0">
              <a:buNone/>
              <a:defRPr sz="900"/>
            </a:lvl4pPr>
            <a:lvl5pPr marL="1828466" indent="0">
              <a:buNone/>
              <a:defRPr sz="900"/>
            </a:lvl5pPr>
            <a:lvl6pPr marL="2285583" indent="0">
              <a:buNone/>
              <a:defRPr sz="900"/>
            </a:lvl6pPr>
            <a:lvl7pPr marL="2742699" indent="0">
              <a:buNone/>
              <a:defRPr sz="900"/>
            </a:lvl7pPr>
            <a:lvl8pPr marL="3199816" indent="0">
              <a:buNone/>
              <a:defRPr sz="900"/>
            </a:lvl8pPr>
            <a:lvl9pPr marL="3656932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60C5-7C3A-46E1-BAF6-C52624197486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fr-FR" altLang="en-US"/>
              <a:t>Page </a:t>
            </a:r>
            <a:fld id="{F2874946-50CC-4928-86DF-8365A10FA6C7}" type="slidenum">
              <a:rPr lang="fr-FR" altLang="en-US" smtClean="0"/>
              <a:pPr>
                <a:defRPr/>
              </a:pPr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93527015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16" indent="0">
              <a:buNone/>
              <a:defRPr sz="2800"/>
            </a:lvl2pPr>
            <a:lvl3pPr marL="914233" indent="0">
              <a:buNone/>
              <a:defRPr sz="2400"/>
            </a:lvl3pPr>
            <a:lvl4pPr marL="1371349" indent="0">
              <a:buNone/>
              <a:defRPr sz="2000"/>
            </a:lvl4pPr>
            <a:lvl5pPr marL="1828466" indent="0">
              <a:buNone/>
              <a:defRPr sz="2000"/>
            </a:lvl5pPr>
            <a:lvl6pPr marL="2285583" indent="0">
              <a:buNone/>
              <a:defRPr sz="2000"/>
            </a:lvl6pPr>
            <a:lvl7pPr marL="2742699" indent="0">
              <a:buNone/>
              <a:defRPr sz="2000"/>
            </a:lvl7pPr>
            <a:lvl8pPr marL="3199816" indent="0">
              <a:buNone/>
              <a:defRPr sz="2000"/>
            </a:lvl8pPr>
            <a:lvl9pPr marL="3656932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16" indent="0">
              <a:buNone/>
              <a:defRPr sz="1200"/>
            </a:lvl2pPr>
            <a:lvl3pPr marL="914233" indent="0">
              <a:buNone/>
              <a:defRPr sz="1000"/>
            </a:lvl3pPr>
            <a:lvl4pPr marL="1371349" indent="0">
              <a:buNone/>
              <a:defRPr sz="900"/>
            </a:lvl4pPr>
            <a:lvl5pPr marL="1828466" indent="0">
              <a:buNone/>
              <a:defRPr sz="900"/>
            </a:lvl5pPr>
            <a:lvl6pPr marL="2285583" indent="0">
              <a:buNone/>
              <a:defRPr sz="900"/>
            </a:lvl6pPr>
            <a:lvl7pPr marL="2742699" indent="0">
              <a:buNone/>
              <a:defRPr sz="900"/>
            </a:lvl7pPr>
            <a:lvl8pPr marL="3199816" indent="0">
              <a:buNone/>
              <a:defRPr sz="900"/>
            </a:lvl8pPr>
            <a:lvl9pPr marL="3656932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60C5-7C3A-46E1-BAF6-C52624197486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fr-FR" altLang="en-US"/>
              <a:t>Page </a:t>
            </a:r>
            <a:fld id="{2D5D623C-9987-4402-B8CC-A18712B28425}" type="slidenum">
              <a:rPr lang="fr-FR" altLang="en-US" smtClean="0"/>
              <a:pPr>
                <a:defRPr/>
              </a:pPr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3147200870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60C5-7C3A-46E1-BAF6-C52624197486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fr-FR" altLang="en-US"/>
              <a:t>Page </a:t>
            </a:r>
            <a:fld id="{9D187E5E-D615-4C6D-8DB4-B6C8F22AF7FC}" type="slidenum">
              <a:rPr lang="fr-FR" altLang="en-US" smtClean="0"/>
              <a:pPr>
                <a:defRPr/>
              </a:pPr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3327609836"/>
      </p:ext>
    </p:extLst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92975" y="303213"/>
            <a:ext cx="2262188" cy="6477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3240" y="303213"/>
            <a:ext cx="6637337" cy="6477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A60C5-7C3A-46E1-BAF6-C52624197486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fr-FR" altLang="en-US"/>
              <a:t>Page </a:t>
            </a:r>
            <a:fld id="{66CC720D-8C75-4B59-83C9-A1FB95235FD1}" type="slidenum">
              <a:rPr lang="fr-FR" altLang="en-US" smtClean="0"/>
              <a:pPr>
                <a:defRPr/>
              </a:pPr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3136720429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23" tIns="45712" rIns="91423" bIns="45712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23" tIns="45712" rIns="91423" bIns="4571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0A60C5-7C3A-46E1-BAF6-C52624197486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fr-FR" altLang="en-US"/>
              <a:t>Page </a:t>
            </a:r>
            <a:fld id="{3BDDE3A9-028F-420B-A2E5-CD8D1614D8F6}" type="slidenum">
              <a:rPr lang="fr-FR" altLang="en-US" smtClean="0"/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fr-FR" altLang="en-US"/>
          </a:p>
        </p:txBody>
      </p:sp>
    </p:spTree>
    <p:extLst>
      <p:ext uri="{BB962C8B-B14F-4D97-AF65-F5344CB8AC3E}">
        <p14:creationId xmlns:p14="http://schemas.microsoft.com/office/powerpoint/2010/main" val="3961156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ransition>
    <p:wipe dir="r"/>
  </p:transition>
  <p:hf hdr="0" ftr="0" dt="0"/>
  <p:txStyles>
    <p:titleStyle>
      <a:lvl1pPr algn="ctr" defTabSz="914233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38" indent="-342838" algn="l" defTabSz="914233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14" indent="-285698" algn="l" defTabSz="914233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91" indent="-228558" algn="l" defTabSz="914233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08" indent="-228558" algn="l" defTabSz="914233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025" indent="-228558" algn="l" defTabSz="914233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141" indent="-228558" algn="l" defTabSz="914233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58" indent="-228558" algn="l" defTabSz="914233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74" indent="-228558" algn="l" defTabSz="914233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91" indent="-228558" algn="l" defTabSz="914233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16" algn="l" defTabSz="9142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33" algn="l" defTabSz="9142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49" algn="l" defTabSz="9142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66" algn="l" defTabSz="9142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83" algn="l" defTabSz="9142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99" algn="l" defTabSz="9142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16" algn="l" defTabSz="9142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32" algn="l" defTabSz="9142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5"/>
          <p:cNvSpPr>
            <a:spLocks noChangeArrowheads="1"/>
          </p:cNvSpPr>
          <p:nvPr/>
        </p:nvSpPr>
        <p:spPr bwMode="auto">
          <a:xfrm>
            <a:off x="271318" y="147243"/>
            <a:ext cx="5849215" cy="85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defTabSz="1084263">
              <a:defRPr sz="700">
                <a:solidFill>
                  <a:schemeClr val="tx1"/>
                </a:solidFill>
                <a:latin typeface="Arial" charset="0"/>
              </a:defRPr>
            </a:lvl1pPr>
            <a:lvl2pPr marL="454025" indent="-265113" defTabSz="1084263">
              <a:defRPr sz="700">
                <a:solidFill>
                  <a:schemeClr val="tx1"/>
                </a:solidFill>
                <a:latin typeface="Arial" charset="0"/>
              </a:defRPr>
            </a:lvl2pPr>
            <a:lvl3pPr marL="639763" indent="-184150" defTabSz="1084263">
              <a:defRPr sz="700">
                <a:solidFill>
                  <a:schemeClr val="tx1"/>
                </a:solidFill>
                <a:latin typeface="Arial" charset="0"/>
              </a:defRPr>
            </a:lvl3pPr>
            <a:lvl4pPr marL="1677988" indent="-187325" defTabSz="1084263">
              <a:defRPr sz="700">
                <a:solidFill>
                  <a:schemeClr val="tx1"/>
                </a:solidFill>
                <a:latin typeface="Arial" charset="0"/>
              </a:defRPr>
            </a:lvl4pPr>
            <a:lvl5pPr marL="2065338" indent="-187325" defTabSz="1084263">
              <a:defRPr sz="700">
                <a:solidFill>
                  <a:schemeClr val="tx1"/>
                </a:solidFill>
                <a:latin typeface="Arial" charset="0"/>
              </a:defRPr>
            </a:lvl5pPr>
            <a:lvl6pPr marL="2522538" indent="-187325" defTabSz="10842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</a:defRPr>
            </a:lvl6pPr>
            <a:lvl7pPr marL="2979738" indent="-187325" defTabSz="10842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</a:defRPr>
            </a:lvl7pPr>
            <a:lvl8pPr marL="3436938" indent="-187325" defTabSz="10842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</a:defRPr>
            </a:lvl8pPr>
            <a:lvl9pPr marL="3894138" indent="-187325" defTabSz="1084263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1800" b="1" dirty="0">
                <a:solidFill>
                  <a:srgbClr val="0070C0"/>
                </a:solidFill>
                <a:latin typeface="FuturaA Bk BT" pitchFamily="34" charset="0"/>
              </a:rPr>
              <a:t>Hitachi Rail GTS Canada</a:t>
            </a:r>
            <a:br>
              <a:rPr lang="en-US" altLang="en-US" sz="1800" b="1" dirty="0">
                <a:solidFill>
                  <a:srgbClr val="0070C0"/>
                </a:solidFill>
                <a:latin typeface="FuturaA Bk BT" pitchFamily="34" charset="0"/>
              </a:rPr>
            </a:br>
            <a:r>
              <a:rPr lang="en-US" altLang="en-US" sz="1800" b="1" dirty="0">
                <a:solidFill>
                  <a:srgbClr val="0070C0"/>
                </a:solidFill>
                <a:latin typeface="FuturaA Bk BT" pitchFamily="34" charset="0"/>
              </a:rPr>
              <a:t>STM SEI Interlocking </a:t>
            </a:r>
            <a:br>
              <a:rPr lang="en-US" altLang="en-US" sz="1800" b="1" dirty="0">
                <a:solidFill>
                  <a:srgbClr val="0070C0"/>
                </a:solidFill>
                <a:latin typeface="FuturaA Bk BT" pitchFamily="34" charset="0"/>
              </a:rPr>
            </a:br>
            <a:r>
              <a:rPr lang="en-US" altLang="en-US" sz="1800" b="1" dirty="0">
                <a:solidFill>
                  <a:srgbClr val="0070C0"/>
                </a:solidFill>
                <a:latin typeface="FuturaA Bk BT" pitchFamily="34" charset="0"/>
              </a:rPr>
              <a:t>15 Sep 2025</a:t>
            </a:r>
          </a:p>
        </p:txBody>
      </p:sp>
      <p:sp>
        <p:nvSpPr>
          <p:cNvPr id="1336494" name="Rectangle 174"/>
          <p:cNvSpPr>
            <a:spLocks noChangeArrowheads="1"/>
          </p:cNvSpPr>
          <p:nvPr/>
        </p:nvSpPr>
        <p:spPr bwMode="auto">
          <a:xfrm>
            <a:off x="382060" y="3410135"/>
            <a:ext cx="1908059" cy="521711"/>
          </a:xfrm>
          <a:prstGeom prst="rect">
            <a:avLst/>
          </a:prstGeom>
          <a:noFill/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357" tIns="46180" rIns="92357" bIns="46180"/>
          <a:lstStyle>
            <a:lvl1pPr>
              <a:lnSpc>
                <a:spcPct val="85000"/>
              </a:lnSpc>
              <a:spcBef>
                <a:spcPct val="35000"/>
              </a:spcBef>
              <a:buClr>
                <a:schemeClr val="accent1"/>
              </a:buClr>
              <a:buFont typeface="FuturaA Bk BT" pitchFamily="34" charset="0"/>
              <a:buChar char=" "/>
              <a:defRPr sz="2700">
                <a:solidFill>
                  <a:schemeClr val="tx1"/>
                </a:solidFill>
                <a:latin typeface="FuturaA Bk BT" pitchFamily="34" charset="0"/>
              </a:defRPr>
            </a:lvl1pPr>
            <a:lvl2pPr marL="509588" indent="-265113">
              <a:lnSpc>
                <a:spcPct val="85000"/>
              </a:lnSpc>
              <a:spcBef>
                <a:spcPct val="35000"/>
              </a:spcBef>
              <a:buClr>
                <a:schemeClr val="accent1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FuturaA Bk BT" pitchFamily="34" charset="0"/>
              </a:defRPr>
            </a:lvl2pPr>
            <a:lvl3pPr marL="1019175" indent="-184150">
              <a:lnSpc>
                <a:spcPct val="85000"/>
              </a:lnSpc>
              <a:spcBef>
                <a:spcPct val="35000"/>
              </a:spcBef>
              <a:buClr>
                <a:schemeClr val="bg2"/>
              </a:buClr>
              <a:buFont typeface="Wingdings" pitchFamily="2" charset="2"/>
              <a:buChar char=""/>
              <a:defRPr sz="2000">
                <a:solidFill>
                  <a:schemeClr val="tx1"/>
                </a:solidFill>
                <a:latin typeface="FuturaA Bk BT" pitchFamily="34" charset="0"/>
              </a:defRPr>
            </a:lvl3pPr>
            <a:lvl4pPr marL="1528763" indent="-187325">
              <a:lnSpc>
                <a:spcPct val="85000"/>
              </a:lnSpc>
              <a:spcBef>
                <a:spcPct val="35000"/>
              </a:spcBef>
              <a:buClr>
                <a:schemeClr val="bg2"/>
              </a:buClr>
              <a:buChar char="–"/>
              <a:defRPr>
                <a:solidFill>
                  <a:schemeClr val="tx1"/>
                </a:solidFill>
                <a:latin typeface="FuturaA Bk BT" pitchFamily="34" charset="0"/>
              </a:defRPr>
            </a:lvl4pPr>
            <a:lvl5pPr marL="2038350" indent="-187325">
              <a:lnSpc>
                <a:spcPct val="85000"/>
              </a:lnSpc>
              <a:spcBef>
                <a:spcPct val="35000"/>
              </a:spcBef>
              <a:buClr>
                <a:schemeClr val="bg2"/>
              </a:buClr>
              <a:buFont typeface="FuturaA Bk BT" pitchFamily="34" charset="0"/>
              <a:buChar char="–"/>
              <a:defRPr>
                <a:solidFill>
                  <a:schemeClr val="tx1"/>
                </a:solidFill>
                <a:latin typeface="FuturaA Bk BT" pitchFamily="34" charset="0"/>
              </a:defRPr>
            </a:lvl5pPr>
            <a:lvl6pPr marL="2495550" indent="-187325" eaLnBrk="0" fontAlgn="base" hangingPunct="0">
              <a:lnSpc>
                <a:spcPct val="85000"/>
              </a:lnSpc>
              <a:spcBef>
                <a:spcPct val="35000"/>
              </a:spcBef>
              <a:spcAft>
                <a:spcPct val="0"/>
              </a:spcAft>
              <a:buClr>
                <a:schemeClr val="bg2"/>
              </a:buClr>
              <a:buFont typeface="FuturaA Bk BT" pitchFamily="34" charset="0"/>
              <a:buChar char="–"/>
              <a:defRPr>
                <a:solidFill>
                  <a:schemeClr val="tx1"/>
                </a:solidFill>
                <a:latin typeface="FuturaA Bk BT" pitchFamily="34" charset="0"/>
              </a:defRPr>
            </a:lvl6pPr>
            <a:lvl7pPr marL="2952750" indent="-187325" eaLnBrk="0" fontAlgn="base" hangingPunct="0">
              <a:lnSpc>
                <a:spcPct val="85000"/>
              </a:lnSpc>
              <a:spcBef>
                <a:spcPct val="35000"/>
              </a:spcBef>
              <a:spcAft>
                <a:spcPct val="0"/>
              </a:spcAft>
              <a:buClr>
                <a:schemeClr val="bg2"/>
              </a:buClr>
              <a:buFont typeface="FuturaA Bk BT" pitchFamily="34" charset="0"/>
              <a:buChar char="–"/>
              <a:defRPr>
                <a:solidFill>
                  <a:schemeClr val="tx1"/>
                </a:solidFill>
                <a:latin typeface="FuturaA Bk BT" pitchFamily="34" charset="0"/>
              </a:defRPr>
            </a:lvl7pPr>
            <a:lvl8pPr marL="3409950" indent="-187325" eaLnBrk="0" fontAlgn="base" hangingPunct="0">
              <a:lnSpc>
                <a:spcPct val="85000"/>
              </a:lnSpc>
              <a:spcBef>
                <a:spcPct val="35000"/>
              </a:spcBef>
              <a:spcAft>
                <a:spcPct val="0"/>
              </a:spcAft>
              <a:buClr>
                <a:schemeClr val="bg2"/>
              </a:buClr>
              <a:buFont typeface="FuturaA Bk BT" pitchFamily="34" charset="0"/>
              <a:buChar char="–"/>
              <a:defRPr>
                <a:solidFill>
                  <a:schemeClr val="tx1"/>
                </a:solidFill>
                <a:latin typeface="FuturaA Bk BT" pitchFamily="34" charset="0"/>
              </a:defRPr>
            </a:lvl8pPr>
            <a:lvl9pPr marL="3867150" indent="-187325" eaLnBrk="0" fontAlgn="base" hangingPunct="0">
              <a:lnSpc>
                <a:spcPct val="85000"/>
              </a:lnSpc>
              <a:spcBef>
                <a:spcPct val="35000"/>
              </a:spcBef>
              <a:spcAft>
                <a:spcPct val="0"/>
              </a:spcAft>
              <a:buClr>
                <a:schemeClr val="bg2"/>
              </a:buClr>
              <a:buFont typeface="FuturaA Bk BT" pitchFamily="34" charset="0"/>
              <a:buChar char="–"/>
              <a:defRPr>
                <a:solidFill>
                  <a:schemeClr val="tx1"/>
                </a:solidFill>
                <a:latin typeface="FuturaA Bk BT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GB" altLang="en-US" sz="1000" b="1" dirty="0">
                <a:latin typeface="Arial" charset="0"/>
              </a:rPr>
              <a:t>Solution Engineering Manager</a:t>
            </a:r>
          </a:p>
          <a:p>
            <a:pPr algn="ctr">
              <a:lnSpc>
                <a:spcPct val="100000"/>
              </a:lnSpc>
              <a:spcBef>
                <a:spcPct val="50000"/>
              </a:spcBef>
              <a:buClrTx/>
              <a:buFontTx/>
              <a:buNone/>
              <a:defRPr/>
            </a:pPr>
            <a:r>
              <a:rPr lang="en-GB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Tanveer </a:t>
            </a:r>
            <a:r>
              <a:rPr lang="en-GB" altLang="en-US" sz="1300" dirty="0" err="1">
                <a:latin typeface="Arial" panose="020B0604020202020204" pitchFamily="34" charset="0"/>
                <a:cs typeface="Arial" panose="020B0604020202020204" pitchFamily="34" charset="0"/>
              </a:rPr>
              <a:t>Minhas</a:t>
            </a:r>
            <a:endParaRPr lang="en-GB" altLang="en-US" sz="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081" name="AutoShape 177"/>
          <p:cNvCxnSpPr>
            <a:cxnSpLocks noChangeShapeType="1"/>
            <a:endCxn id="1336494" idx="0"/>
          </p:cNvCxnSpPr>
          <p:nvPr/>
        </p:nvCxnSpPr>
        <p:spPr bwMode="auto">
          <a:xfrm rot="10800000" flipV="1">
            <a:off x="1336091" y="3228763"/>
            <a:ext cx="4056533" cy="181372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3" name="AutoShape 179"/>
          <p:cNvCxnSpPr>
            <a:cxnSpLocks noChangeShapeType="1"/>
          </p:cNvCxnSpPr>
          <p:nvPr/>
        </p:nvCxnSpPr>
        <p:spPr bwMode="auto">
          <a:xfrm flipV="1">
            <a:off x="5379920" y="3231120"/>
            <a:ext cx="2240079" cy="32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86" name="Straight Connector 8"/>
          <p:cNvCxnSpPr>
            <a:cxnSpLocks noChangeShapeType="1"/>
          </p:cNvCxnSpPr>
          <p:nvPr/>
        </p:nvCxnSpPr>
        <p:spPr bwMode="auto">
          <a:xfrm>
            <a:off x="381000" y="3684584"/>
            <a:ext cx="1908059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90" name="Straight Connector 4"/>
          <p:cNvCxnSpPr>
            <a:cxnSpLocks noChangeShapeType="1"/>
          </p:cNvCxnSpPr>
          <p:nvPr/>
        </p:nvCxnSpPr>
        <p:spPr bwMode="auto">
          <a:xfrm>
            <a:off x="381000" y="3680387"/>
            <a:ext cx="16816" cy="1425013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94" name="TextBox 5"/>
          <p:cNvSpPr txBox="1">
            <a:spLocks noChangeArrowheads="1"/>
          </p:cNvSpPr>
          <p:nvPr/>
        </p:nvSpPr>
        <p:spPr bwMode="auto">
          <a:xfrm>
            <a:off x="438646" y="3947955"/>
            <a:ext cx="2963854" cy="1668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901" tIns="41450" rIns="82901" bIns="41450" numCol="1">
            <a:spAutoFit/>
          </a:bodyPr>
          <a:lstStyle>
            <a:lvl1pPr>
              <a:defRPr sz="7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7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7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7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7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171450" indent="-171450">
              <a:buFontTx/>
              <a:buChar char="-"/>
            </a:pPr>
            <a:r>
              <a:rPr lang="en-US" altLang="en-US" sz="800" dirty="0">
                <a:solidFill>
                  <a:schemeClr val="accent6">
                    <a:lumMod val="75000"/>
                  </a:schemeClr>
                </a:solidFill>
              </a:rPr>
              <a:t>Gene Masa, </a:t>
            </a:r>
            <a:r>
              <a:rPr lang="en-US" altLang="en-US" sz="800" b="1" dirty="0">
                <a:solidFill>
                  <a:schemeClr val="accent6">
                    <a:lumMod val="75000"/>
                  </a:schemeClr>
                </a:solidFill>
              </a:rPr>
              <a:t>Sys Design &amp; Sys Ops</a:t>
            </a:r>
          </a:p>
          <a:p>
            <a:pPr marL="171450" indent="-171450">
              <a:buFontTx/>
              <a:buChar char="-"/>
            </a:pPr>
            <a:r>
              <a:rPr lang="en-US" altLang="en-US" sz="800" dirty="0"/>
              <a:t>Jeff Jamieson, </a:t>
            </a:r>
            <a:r>
              <a:rPr lang="en-US" altLang="en-US" sz="800" b="1" dirty="0"/>
              <a:t>Sys Ops</a:t>
            </a:r>
          </a:p>
          <a:p>
            <a:pPr marL="171450" indent="-171450">
              <a:buFontTx/>
              <a:buChar char="-"/>
            </a:pPr>
            <a:r>
              <a:rPr lang="en-US" altLang="en-US" sz="800" dirty="0">
                <a:solidFill>
                  <a:schemeClr val="accent6">
                    <a:lumMod val="75000"/>
                  </a:schemeClr>
                </a:solidFill>
              </a:rPr>
              <a:t>Meeth Shetty, </a:t>
            </a:r>
            <a:r>
              <a:rPr lang="en-US" altLang="en-US" sz="800" b="1" dirty="0">
                <a:solidFill>
                  <a:schemeClr val="accent6">
                    <a:lumMod val="75000"/>
                  </a:schemeClr>
                </a:solidFill>
              </a:rPr>
              <a:t>Network &amp; PC_IT</a:t>
            </a:r>
          </a:p>
          <a:p>
            <a:pPr marL="171450" indent="-171450">
              <a:buFontTx/>
              <a:buChar char="-"/>
            </a:pPr>
            <a:r>
              <a:rPr lang="en-US" altLang="en-US" sz="800" dirty="0"/>
              <a:t>Daniela </a:t>
            </a:r>
            <a:r>
              <a:rPr lang="en-US" altLang="en-US" sz="800" dirty="0" err="1"/>
              <a:t>Obersterescu</a:t>
            </a:r>
            <a:r>
              <a:rPr lang="en-US" altLang="en-US" sz="800" dirty="0"/>
              <a:t>, </a:t>
            </a:r>
            <a:r>
              <a:rPr lang="en-US" altLang="en-US" sz="800" b="1" dirty="0"/>
              <a:t>ATS SW Manager</a:t>
            </a:r>
          </a:p>
          <a:p>
            <a:pPr marL="171450" indent="-171450">
              <a:buFontTx/>
              <a:buChar char="-"/>
            </a:pPr>
            <a:r>
              <a:rPr lang="en-US" sz="800" dirty="0" err="1"/>
              <a:t>Parthi</a:t>
            </a:r>
            <a:r>
              <a:rPr lang="en-US" sz="800" dirty="0"/>
              <a:t> </a:t>
            </a:r>
            <a:r>
              <a:rPr lang="en-US" sz="800" dirty="0" err="1"/>
              <a:t>Nallainathan</a:t>
            </a:r>
            <a:r>
              <a:rPr lang="en-US" sz="800" dirty="0"/>
              <a:t>, </a:t>
            </a:r>
            <a:r>
              <a:rPr lang="en-US" sz="800" b="1" dirty="0"/>
              <a:t>Wayside SW</a:t>
            </a:r>
          </a:p>
          <a:p>
            <a:pPr marL="171450" indent="-171450">
              <a:buFontTx/>
              <a:buChar char="-"/>
            </a:pPr>
            <a:r>
              <a:rPr lang="en-US" altLang="en-US" sz="800" dirty="0"/>
              <a:t>Marco De </a:t>
            </a:r>
            <a:r>
              <a:rPr lang="en-US" altLang="en-US" sz="800" dirty="0" err="1"/>
              <a:t>Thomasis</a:t>
            </a:r>
            <a:r>
              <a:rPr lang="en-US" altLang="en-US" sz="800" dirty="0"/>
              <a:t>, </a:t>
            </a:r>
            <a:r>
              <a:rPr lang="en-US" altLang="en-US" sz="800" b="1" dirty="0"/>
              <a:t>HW Architect</a:t>
            </a:r>
          </a:p>
          <a:p>
            <a:pPr marL="171450" indent="-171450">
              <a:buFontTx/>
              <a:buChar char="-"/>
            </a:pPr>
            <a:r>
              <a:rPr lang="en-US" sz="800" dirty="0">
                <a:solidFill>
                  <a:schemeClr val="accent6">
                    <a:lumMod val="75000"/>
                  </a:schemeClr>
                </a:solidFill>
              </a:rPr>
              <a:t>Andrew Mason</a:t>
            </a:r>
            <a:r>
              <a:rPr lang="en-US" sz="800" b="1" dirty="0">
                <a:solidFill>
                  <a:schemeClr val="accent6">
                    <a:lumMod val="75000"/>
                  </a:schemeClr>
                </a:solidFill>
              </a:rPr>
              <a:t>, SW ES/MTN PC/DPT</a:t>
            </a:r>
          </a:p>
          <a:p>
            <a:pPr marL="171450" indent="-171450">
              <a:buFontTx/>
              <a:buChar char="-"/>
            </a:pPr>
            <a:r>
              <a:rPr lang="en-US" sz="800" dirty="0">
                <a:solidFill>
                  <a:schemeClr val="accent6">
                    <a:lumMod val="75000"/>
                  </a:schemeClr>
                </a:solidFill>
              </a:rPr>
              <a:t>Philip </a:t>
            </a:r>
            <a:r>
              <a:rPr lang="en-US" sz="800" dirty="0" err="1">
                <a:solidFill>
                  <a:schemeClr val="accent6">
                    <a:lumMod val="75000"/>
                  </a:schemeClr>
                </a:solidFill>
              </a:rPr>
              <a:t>Terpselas</a:t>
            </a:r>
            <a:r>
              <a:rPr lang="en-US" sz="800" b="1" dirty="0">
                <a:solidFill>
                  <a:schemeClr val="accent6">
                    <a:lumMod val="75000"/>
                  </a:schemeClr>
                </a:solidFill>
              </a:rPr>
              <a:t>, System Validation</a:t>
            </a:r>
          </a:p>
          <a:p>
            <a:pPr marL="171450" indent="-171450">
              <a:buFontTx/>
              <a:buChar char="-"/>
            </a:pPr>
            <a:r>
              <a:rPr lang="en-US" sz="800" dirty="0"/>
              <a:t>Kales </a:t>
            </a:r>
            <a:r>
              <a:rPr lang="en-US" sz="800" dirty="0" err="1"/>
              <a:t>Visuvalingam</a:t>
            </a:r>
            <a:r>
              <a:rPr lang="en-US" sz="800" b="1" dirty="0"/>
              <a:t>, Tools Validation</a:t>
            </a:r>
          </a:p>
          <a:p>
            <a:pPr marL="171450" indent="-171450">
              <a:buFontTx/>
              <a:buChar char="-"/>
            </a:pPr>
            <a:r>
              <a:rPr lang="en-US" sz="800" dirty="0">
                <a:solidFill>
                  <a:schemeClr val="accent6">
                    <a:lumMod val="75000"/>
                  </a:schemeClr>
                </a:solidFill>
              </a:rPr>
              <a:t>Nathan Mak</a:t>
            </a:r>
            <a:r>
              <a:rPr lang="en-US" sz="800" b="1" dirty="0">
                <a:solidFill>
                  <a:schemeClr val="accent6">
                    <a:lumMod val="75000"/>
                  </a:schemeClr>
                </a:solidFill>
              </a:rPr>
              <a:t>, Integration Specialist</a:t>
            </a:r>
          </a:p>
          <a:p>
            <a:pPr marL="171450" indent="-171450">
              <a:buFontTx/>
              <a:buChar char="-"/>
            </a:pPr>
            <a:endParaRPr lang="en-US" b="1" dirty="0"/>
          </a:p>
          <a:p>
            <a:pPr marL="171450" indent="-171450">
              <a:buFontTx/>
              <a:buChar char="-"/>
            </a:pPr>
            <a:endParaRPr lang="en-US" altLang="en-US" sz="800" b="1" dirty="0"/>
          </a:p>
          <a:p>
            <a:endParaRPr lang="en-US" altLang="en-US" sz="800" b="1" dirty="0"/>
          </a:p>
        </p:txBody>
      </p:sp>
      <p:sp>
        <p:nvSpPr>
          <p:cNvPr id="3106" name="TextBox 86"/>
          <p:cNvSpPr txBox="1">
            <a:spLocks noChangeArrowheads="1"/>
          </p:cNvSpPr>
          <p:nvPr/>
        </p:nvSpPr>
        <p:spPr bwMode="auto">
          <a:xfrm>
            <a:off x="6739233" y="4066963"/>
            <a:ext cx="2404767" cy="1068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2901" tIns="41450" rIns="82901" bIns="41450">
            <a:spAutoFit/>
          </a:bodyPr>
          <a:lstStyle>
            <a:lvl1pPr>
              <a:defRPr sz="7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7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7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7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7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7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171450" indent="-171450">
              <a:spcBef>
                <a:spcPct val="25000"/>
              </a:spcBef>
              <a:buFontTx/>
              <a:buChar char="-"/>
            </a:pPr>
            <a:r>
              <a:rPr lang="en-US" altLang="en-US" sz="800" dirty="0"/>
              <a:t>Stephane </a:t>
            </a:r>
            <a:r>
              <a:rPr lang="en-US" altLang="en-US" sz="800" dirty="0" err="1"/>
              <a:t>Brouillard</a:t>
            </a:r>
            <a:r>
              <a:rPr lang="en-US" altLang="en-US" sz="800" dirty="0"/>
              <a:t>, </a:t>
            </a:r>
            <a:r>
              <a:rPr lang="en-US" altLang="en-US" sz="800" b="1" dirty="0"/>
              <a:t>Lead Deployment Project Manager</a:t>
            </a:r>
          </a:p>
          <a:p>
            <a:pPr marL="171450" indent="-171450">
              <a:spcBef>
                <a:spcPct val="25000"/>
              </a:spcBef>
              <a:buFontTx/>
              <a:buChar char="-"/>
            </a:pPr>
            <a:r>
              <a:rPr lang="en-US" altLang="en-US" sz="800" dirty="0">
                <a:solidFill>
                  <a:schemeClr val="accent6">
                    <a:lumMod val="75000"/>
                  </a:schemeClr>
                </a:solidFill>
              </a:rPr>
              <a:t>Denis Beaulieu/Razvan </a:t>
            </a:r>
            <a:r>
              <a:rPr lang="en-US" altLang="en-US" sz="800" dirty="0" err="1">
                <a:solidFill>
                  <a:schemeClr val="accent6">
                    <a:lumMod val="75000"/>
                  </a:schemeClr>
                </a:solidFill>
              </a:rPr>
              <a:t>Voicu</a:t>
            </a:r>
            <a:r>
              <a:rPr lang="en-US" altLang="en-US" sz="800"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lang="en-US" altLang="en-US" sz="800" b="1" dirty="0">
                <a:solidFill>
                  <a:schemeClr val="accent6">
                    <a:lumMod val="75000"/>
                  </a:schemeClr>
                </a:solidFill>
              </a:rPr>
              <a:t>Infrastructure Design</a:t>
            </a:r>
          </a:p>
          <a:p>
            <a:pPr marL="171450" indent="-171450">
              <a:spcBef>
                <a:spcPct val="25000"/>
              </a:spcBef>
              <a:buFontTx/>
              <a:buChar char="-"/>
            </a:pPr>
            <a:r>
              <a:rPr lang="en-US" altLang="en-US" sz="800" dirty="0">
                <a:solidFill>
                  <a:schemeClr val="accent6">
                    <a:lumMod val="75000"/>
                  </a:schemeClr>
                </a:solidFill>
              </a:rPr>
              <a:t>Jennifer Mackinnon, </a:t>
            </a:r>
            <a:r>
              <a:rPr lang="en-US" altLang="en-US" sz="800" b="1" dirty="0">
                <a:solidFill>
                  <a:schemeClr val="accent6">
                    <a:lumMod val="75000"/>
                  </a:schemeClr>
                </a:solidFill>
              </a:rPr>
              <a:t>Site</a:t>
            </a:r>
            <a:r>
              <a:rPr lang="en-US" altLang="en-US" sz="8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en-US" sz="800" b="1" dirty="0">
                <a:solidFill>
                  <a:schemeClr val="accent6">
                    <a:lumMod val="75000"/>
                  </a:schemeClr>
                </a:solidFill>
              </a:rPr>
              <a:t>Quality / HSE</a:t>
            </a:r>
          </a:p>
          <a:p>
            <a:pPr marL="171450" indent="-171450">
              <a:spcBef>
                <a:spcPct val="25000"/>
              </a:spcBef>
              <a:buFontTx/>
              <a:buChar char="-"/>
            </a:pPr>
            <a:r>
              <a:rPr lang="pt-BR" altLang="en-US" sz="800" dirty="0"/>
              <a:t>Calvin Henry-Cotnam </a:t>
            </a:r>
            <a:r>
              <a:rPr lang="en-US" altLang="en-US" sz="800" b="1" dirty="0"/>
              <a:t>Manuals and Training</a:t>
            </a:r>
          </a:p>
          <a:p>
            <a:pPr marL="171450" indent="-171450">
              <a:spcBef>
                <a:spcPct val="25000"/>
              </a:spcBef>
              <a:buFontTx/>
              <a:buChar char="-"/>
            </a:pPr>
            <a:r>
              <a:rPr lang="en-US" altLang="en-US" sz="800" dirty="0"/>
              <a:t>Art Van </a:t>
            </a:r>
            <a:r>
              <a:rPr lang="en-US" altLang="en-US" sz="800" dirty="0" err="1"/>
              <a:t>Vuuren</a:t>
            </a:r>
            <a:r>
              <a:rPr lang="en-US" altLang="en-US" sz="800" dirty="0"/>
              <a:t>, </a:t>
            </a:r>
            <a:r>
              <a:rPr lang="en-US" altLang="en-US" sz="800" b="1" dirty="0"/>
              <a:t>Warranty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6800" y="6294645"/>
            <a:ext cx="8229599" cy="307777"/>
          </a:xfrm>
          <a:prstGeom prst="rect">
            <a:avLst/>
          </a:prstGeom>
          <a:noFill/>
        </p:spPr>
        <p:txBody>
          <a:bodyPr wrap="square" lIns="91432" tIns="45716" rIns="91432" bIns="45716" rtlCol="0">
            <a:spAutoFit/>
          </a:bodyPr>
          <a:lstStyle/>
          <a:p>
            <a:r>
              <a:rPr lang="en-US" sz="1400" dirty="0"/>
              <a:t>Approved:  Michelle Wan			          Date:</a:t>
            </a:r>
          </a:p>
        </p:txBody>
      </p:sp>
      <p:cxnSp>
        <p:nvCxnSpPr>
          <p:cNvPr id="44" name="Straight Connector 43"/>
          <p:cNvCxnSpPr/>
          <p:nvPr/>
        </p:nvCxnSpPr>
        <p:spPr>
          <a:xfrm>
            <a:off x="1981200" y="6526222"/>
            <a:ext cx="22098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5518438" y="6221422"/>
            <a:ext cx="1508413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"/>
          <p:cNvCxnSpPr>
            <a:cxnSpLocks noChangeShapeType="1"/>
          </p:cNvCxnSpPr>
          <p:nvPr/>
        </p:nvCxnSpPr>
        <p:spPr bwMode="auto">
          <a:xfrm>
            <a:off x="6629400" y="3992809"/>
            <a:ext cx="0" cy="960191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" name="TextBox 39"/>
          <p:cNvSpPr txBox="1"/>
          <p:nvPr/>
        </p:nvSpPr>
        <p:spPr>
          <a:xfrm>
            <a:off x="1078684" y="5989854"/>
            <a:ext cx="6769916" cy="307768"/>
          </a:xfrm>
          <a:prstGeom prst="rect">
            <a:avLst/>
          </a:prstGeom>
          <a:noFill/>
        </p:spPr>
        <p:txBody>
          <a:bodyPr wrap="square" lIns="91432" tIns="45716" rIns="91432" bIns="45716" rtlCol="0">
            <a:spAutoFit/>
          </a:bodyPr>
          <a:lstStyle/>
          <a:p>
            <a:r>
              <a:rPr lang="en-US" sz="1400" dirty="0"/>
              <a:t>Approved:  Julie Molinaro, Projects Director                      Date:</a:t>
            </a:r>
          </a:p>
        </p:txBody>
      </p:sp>
      <p:cxnSp>
        <p:nvCxnSpPr>
          <p:cNvPr id="47" name="Straight Connector 46"/>
          <p:cNvCxnSpPr/>
          <p:nvPr/>
        </p:nvCxnSpPr>
        <p:spPr>
          <a:xfrm>
            <a:off x="1981200" y="6221422"/>
            <a:ext cx="22098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5562600" y="6526222"/>
            <a:ext cx="1508413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171"/>
          <p:cNvSpPr>
            <a:spLocks noChangeArrowheads="1"/>
          </p:cNvSpPr>
          <p:nvPr/>
        </p:nvSpPr>
        <p:spPr bwMode="auto">
          <a:xfrm>
            <a:off x="3711462" y="533400"/>
            <a:ext cx="2017741" cy="651527"/>
          </a:xfrm>
          <a:prstGeom prst="rect">
            <a:avLst/>
          </a:prstGeom>
          <a:gradFill rotWithShape="1">
            <a:gsLst>
              <a:gs pos="0">
                <a:srgbClr val="45C7E1"/>
              </a:gs>
              <a:gs pos="100000">
                <a:srgbClr val="FFFFFF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lIns="92357" tIns="46180" rIns="92357" bIns="46180"/>
          <a:lstStyle>
            <a:lvl1pPr defTabSz="1019175">
              <a:tabLst>
                <a:tab pos="325438" algn="l"/>
                <a:tab pos="636588" algn="l"/>
                <a:tab pos="849313" algn="l"/>
              </a:tabLst>
              <a:defRPr sz="700">
                <a:solidFill>
                  <a:schemeClr val="tx1"/>
                </a:solidFill>
                <a:latin typeface="Arial" charset="0"/>
              </a:defRPr>
            </a:lvl1pPr>
            <a:lvl2pPr marL="509588" indent="-265113" defTabSz="1019175">
              <a:tabLst>
                <a:tab pos="325438" algn="l"/>
                <a:tab pos="636588" algn="l"/>
                <a:tab pos="849313" algn="l"/>
              </a:tabLst>
              <a:defRPr sz="700">
                <a:solidFill>
                  <a:schemeClr val="tx1"/>
                </a:solidFill>
                <a:latin typeface="Arial" charset="0"/>
              </a:defRPr>
            </a:lvl2pPr>
            <a:lvl3pPr marL="1019175" indent="-184150" defTabSz="1019175">
              <a:tabLst>
                <a:tab pos="325438" algn="l"/>
                <a:tab pos="636588" algn="l"/>
                <a:tab pos="849313" algn="l"/>
              </a:tabLst>
              <a:defRPr sz="700">
                <a:solidFill>
                  <a:schemeClr val="tx1"/>
                </a:solidFill>
                <a:latin typeface="Arial" charset="0"/>
              </a:defRPr>
            </a:lvl3pPr>
            <a:lvl4pPr marL="1528763" indent="-187325" defTabSz="1019175">
              <a:tabLst>
                <a:tab pos="325438" algn="l"/>
                <a:tab pos="636588" algn="l"/>
                <a:tab pos="849313" algn="l"/>
              </a:tabLst>
              <a:defRPr sz="700">
                <a:solidFill>
                  <a:schemeClr val="tx1"/>
                </a:solidFill>
                <a:latin typeface="Arial" charset="0"/>
              </a:defRPr>
            </a:lvl4pPr>
            <a:lvl5pPr marL="2038350" indent="-187325" defTabSz="1019175">
              <a:tabLst>
                <a:tab pos="325438" algn="l"/>
                <a:tab pos="636588" algn="l"/>
                <a:tab pos="849313" algn="l"/>
              </a:tabLst>
              <a:defRPr sz="700">
                <a:solidFill>
                  <a:schemeClr val="tx1"/>
                </a:solidFill>
                <a:latin typeface="Arial" charset="0"/>
              </a:defRPr>
            </a:lvl5pPr>
            <a:lvl6pPr marL="2495550" indent="-187325" defTabSz="1019175" eaLnBrk="0" fontAlgn="base" hangingPunct="0">
              <a:spcBef>
                <a:spcPct val="0"/>
              </a:spcBef>
              <a:spcAft>
                <a:spcPct val="0"/>
              </a:spcAft>
              <a:tabLst>
                <a:tab pos="325438" algn="l"/>
                <a:tab pos="636588" algn="l"/>
                <a:tab pos="849313" algn="l"/>
              </a:tabLst>
              <a:defRPr sz="700">
                <a:solidFill>
                  <a:schemeClr val="tx1"/>
                </a:solidFill>
                <a:latin typeface="Arial" charset="0"/>
              </a:defRPr>
            </a:lvl6pPr>
            <a:lvl7pPr marL="2952750" indent="-187325" defTabSz="1019175" eaLnBrk="0" fontAlgn="base" hangingPunct="0">
              <a:spcBef>
                <a:spcPct val="0"/>
              </a:spcBef>
              <a:spcAft>
                <a:spcPct val="0"/>
              </a:spcAft>
              <a:tabLst>
                <a:tab pos="325438" algn="l"/>
                <a:tab pos="636588" algn="l"/>
                <a:tab pos="849313" algn="l"/>
              </a:tabLst>
              <a:defRPr sz="700">
                <a:solidFill>
                  <a:schemeClr val="tx1"/>
                </a:solidFill>
                <a:latin typeface="Arial" charset="0"/>
              </a:defRPr>
            </a:lvl7pPr>
            <a:lvl8pPr marL="3409950" indent="-187325" defTabSz="1019175" eaLnBrk="0" fontAlgn="base" hangingPunct="0">
              <a:spcBef>
                <a:spcPct val="0"/>
              </a:spcBef>
              <a:spcAft>
                <a:spcPct val="0"/>
              </a:spcAft>
              <a:tabLst>
                <a:tab pos="325438" algn="l"/>
                <a:tab pos="636588" algn="l"/>
                <a:tab pos="849313" algn="l"/>
              </a:tabLst>
              <a:defRPr sz="700">
                <a:solidFill>
                  <a:schemeClr val="tx1"/>
                </a:solidFill>
                <a:latin typeface="Arial" charset="0"/>
              </a:defRPr>
            </a:lvl8pPr>
            <a:lvl9pPr marL="3867150" indent="-187325" defTabSz="1019175" eaLnBrk="0" fontAlgn="base" hangingPunct="0">
              <a:spcBef>
                <a:spcPct val="0"/>
              </a:spcBef>
              <a:spcAft>
                <a:spcPct val="0"/>
              </a:spcAft>
              <a:tabLst>
                <a:tab pos="325438" algn="l"/>
                <a:tab pos="636588" algn="l"/>
                <a:tab pos="849313" algn="l"/>
              </a:tabLst>
              <a:defRPr sz="7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GB" altLang="en-US" sz="1100" b="1" dirty="0">
                <a:solidFill>
                  <a:srgbClr val="0070C0"/>
                </a:solidFill>
                <a:latin typeface="FuturaA Bk BT" pitchFamily="34" charset="0"/>
              </a:rPr>
              <a:t>Director, Project Portfolio</a:t>
            </a:r>
          </a:p>
          <a:p>
            <a:pPr algn="ctr"/>
            <a:endParaRPr lang="en-GB" altLang="en-US" sz="1100" b="1" dirty="0">
              <a:solidFill>
                <a:srgbClr val="0070C0"/>
              </a:solidFill>
              <a:latin typeface="FuturaA Bk BT" pitchFamily="34" charset="0"/>
            </a:endParaRPr>
          </a:p>
          <a:p>
            <a:pPr algn="ctr"/>
            <a:r>
              <a:rPr lang="en-GB" altLang="en-US" sz="1100" b="1" dirty="0">
                <a:solidFill>
                  <a:srgbClr val="0070C0"/>
                </a:solidFill>
                <a:latin typeface="FuturaA Bk BT" pitchFamily="34" charset="0"/>
              </a:rPr>
              <a:t>Julie Molinaro</a:t>
            </a:r>
            <a:endParaRPr lang="en-GB" altLang="en-US" sz="1100" dirty="0">
              <a:solidFill>
                <a:srgbClr val="0070C0"/>
              </a:solidFill>
              <a:latin typeface="FuturaA Bk BT" pitchFamily="34" charset="0"/>
            </a:endParaRPr>
          </a:p>
          <a:p>
            <a:pPr algn="ctr"/>
            <a:endParaRPr lang="en-GB" altLang="en-US" sz="1300" b="1" dirty="0">
              <a:solidFill>
                <a:srgbClr val="0070C0"/>
              </a:solidFill>
              <a:latin typeface="FuturaA Bk BT" pitchFamily="34" charset="0"/>
            </a:endParaRPr>
          </a:p>
          <a:p>
            <a:pPr algn="ctr"/>
            <a:endParaRPr lang="en-GB" altLang="en-US" sz="1300" b="1" dirty="0">
              <a:solidFill>
                <a:srgbClr val="0070C0"/>
              </a:solidFill>
              <a:latin typeface="FuturaA Bk BT" pitchFamily="34" charset="0"/>
            </a:endParaRPr>
          </a:p>
          <a:p>
            <a:pPr algn="ctr">
              <a:spcBef>
                <a:spcPct val="50000"/>
              </a:spcBef>
            </a:pPr>
            <a:r>
              <a:rPr lang="en-GB" altLang="en-US" sz="100" b="1" dirty="0">
                <a:latin typeface="FuturaA Bk BT" pitchFamily="34" charset="0"/>
              </a:rPr>
              <a:t> </a:t>
            </a:r>
          </a:p>
        </p:txBody>
      </p:sp>
      <p:sp>
        <p:nvSpPr>
          <p:cNvPr id="54" name="Line 9"/>
          <p:cNvSpPr>
            <a:spLocks noChangeShapeType="1"/>
          </p:cNvSpPr>
          <p:nvPr/>
        </p:nvSpPr>
        <p:spPr bwMode="auto">
          <a:xfrm>
            <a:off x="3697925" y="839579"/>
            <a:ext cx="201774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 lIns="82901" tIns="41450" rIns="82901" bIns="41450" anchor="ctr"/>
          <a:lstStyle/>
          <a:p>
            <a:endParaRPr lang="en-US"/>
          </a:p>
        </p:txBody>
      </p:sp>
      <p:cxnSp>
        <p:nvCxnSpPr>
          <p:cNvPr id="78" name="Straight Connector 8"/>
          <p:cNvCxnSpPr>
            <a:cxnSpLocks noChangeShapeType="1"/>
          </p:cNvCxnSpPr>
          <p:nvPr/>
        </p:nvCxnSpPr>
        <p:spPr bwMode="auto">
          <a:xfrm>
            <a:off x="3926378" y="1676400"/>
            <a:ext cx="1672647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0" name="Rectangle 174"/>
          <p:cNvSpPr>
            <a:spLocks noChangeArrowheads="1"/>
          </p:cNvSpPr>
          <p:nvPr/>
        </p:nvSpPr>
        <p:spPr bwMode="auto">
          <a:xfrm>
            <a:off x="6171705" y="2123335"/>
            <a:ext cx="2896589" cy="945156"/>
          </a:xfrm>
          <a:prstGeom prst="rect">
            <a:avLst/>
          </a:prstGeom>
          <a:noFill/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357" tIns="46180" rIns="92357" bIns="46180"/>
          <a:lstStyle>
            <a:lvl1pPr>
              <a:lnSpc>
                <a:spcPct val="85000"/>
              </a:lnSpc>
              <a:spcBef>
                <a:spcPct val="35000"/>
              </a:spcBef>
              <a:buClr>
                <a:schemeClr val="accent1"/>
              </a:buClr>
              <a:buFont typeface="FuturaA Bk BT" pitchFamily="34" charset="0"/>
              <a:buChar char=" "/>
              <a:defRPr sz="2700">
                <a:solidFill>
                  <a:schemeClr val="tx1"/>
                </a:solidFill>
                <a:latin typeface="FuturaA Bk BT" pitchFamily="34" charset="0"/>
              </a:defRPr>
            </a:lvl1pPr>
            <a:lvl2pPr marL="509588" indent="-265113">
              <a:lnSpc>
                <a:spcPct val="85000"/>
              </a:lnSpc>
              <a:spcBef>
                <a:spcPct val="35000"/>
              </a:spcBef>
              <a:buClr>
                <a:schemeClr val="accent1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FuturaA Bk BT" pitchFamily="34" charset="0"/>
              </a:defRPr>
            </a:lvl2pPr>
            <a:lvl3pPr marL="1019175" indent="-184150">
              <a:lnSpc>
                <a:spcPct val="85000"/>
              </a:lnSpc>
              <a:spcBef>
                <a:spcPct val="35000"/>
              </a:spcBef>
              <a:buClr>
                <a:schemeClr val="bg2"/>
              </a:buClr>
              <a:buFont typeface="Wingdings" pitchFamily="2" charset="2"/>
              <a:buChar char=""/>
              <a:defRPr sz="2000">
                <a:solidFill>
                  <a:schemeClr val="tx1"/>
                </a:solidFill>
                <a:latin typeface="FuturaA Bk BT" pitchFamily="34" charset="0"/>
              </a:defRPr>
            </a:lvl3pPr>
            <a:lvl4pPr marL="1528763" indent="-187325">
              <a:lnSpc>
                <a:spcPct val="85000"/>
              </a:lnSpc>
              <a:spcBef>
                <a:spcPct val="35000"/>
              </a:spcBef>
              <a:buClr>
                <a:schemeClr val="bg2"/>
              </a:buClr>
              <a:buChar char="–"/>
              <a:defRPr>
                <a:solidFill>
                  <a:schemeClr val="tx1"/>
                </a:solidFill>
                <a:latin typeface="FuturaA Bk BT" pitchFamily="34" charset="0"/>
              </a:defRPr>
            </a:lvl4pPr>
            <a:lvl5pPr marL="2038350" indent="-187325">
              <a:lnSpc>
                <a:spcPct val="85000"/>
              </a:lnSpc>
              <a:spcBef>
                <a:spcPct val="35000"/>
              </a:spcBef>
              <a:buClr>
                <a:schemeClr val="bg2"/>
              </a:buClr>
              <a:buFont typeface="FuturaA Bk BT" pitchFamily="34" charset="0"/>
              <a:buChar char="–"/>
              <a:defRPr>
                <a:solidFill>
                  <a:schemeClr val="tx1"/>
                </a:solidFill>
                <a:latin typeface="FuturaA Bk BT" pitchFamily="34" charset="0"/>
              </a:defRPr>
            </a:lvl5pPr>
            <a:lvl6pPr marL="2495550" indent="-187325" eaLnBrk="0" fontAlgn="base" hangingPunct="0">
              <a:lnSpc>
                <a:spcPct val="85000"/>
              </a:lnSpc>
              <a:spcBef>
                <a:spcPct val="35000"/>
              </a:spcBef>
              <a:spcAft>
                <a:spcPct val="0"/>
              </a:spcAft>
              <a:buClr>
                <a:schemeClr val="bg2"/>
              </a:buClr>
              <a:buFont typeface="FuturaA Bk BT" pitchFamily="34" charset="0"/>
              <a:buChar char="–"/>
              <a:defRPr>
                <a:solidFill>
                  <a:schemeClr val="tx1"/>
                </a:solidFill>
                <a:latin typeface="FuturaA Bk BT" pitchFamily="34" charset="0"/>
              </a:defRPr>
            </a:lvl6pPr>
            <a:lvl7pPr marL="2952750" indent="-187325" eaLnBrk="0" fontAlgn="base" hangingPunct="0">
              <a:lnSpc>
                <a:spcPct val="85000"/>
              </a:lnSpc>
              <a:spcBef>
                <a:spcPct val="35000"/>
              </a:spcBef>
              <a:spcAft>
                <a:spcPct val="0"/>
              </a:spcAft>
              <a:buClr>
                <a:schemeClr val="bg2"/>
              </a:buClr>
              <a:buFont typeface="FuturaA Bk BT" pitchFamily="34" charset="0"/>
              <a:buChar char="–"/>
              <a:defRPr>
                <a:solidFill>
                  <a:schemeClr val="tx1"/>
                </a:solidFill>
                <a:latin typeface="FuturaA Bk BT" pitchFamily="34" charset="0"/>
              </a:defRPr>
            </a:lvl7pPr>
            <a:lvl8pPr marL="3409950" indent="-187325" eaLnBrk="0" fontAlgn="base" hangingPunct="0">
              <a:lnSpc>
                <a:spcPct val="85000"/>
              </a:lnSpc>
              <a:spcBef>
                <a:spcPct val="35000"/>
              </a:spcBef>
              <a:spcAft>
                <a:spcPct val="0"/>
              </a:spcAft>
              <a:buClr>
                <a:schemeClr val="bg2"/>
              </a:buClr>
              <a:buFont typeface="FuturaA Bk BT" pitchFamily="34" charset="0"/>
              <a:buChar char="–"/>
              <a:defRPr>
                <a:solidFill>
                  <a:schemeClr val="tx1"/>
                </a:solidFill>
                <a:latin typeface="FuturaA Bk BT" pitchFamily="34" charset="0"/>
              </a:defRPr>
            </a:lvl8pPr>
            <a:lvl9pPr marL="3867150" indent="-187325" eaLnBrk="0" fontAlgn="base" hangingPunct="0">
              <a:lnSpc>
                <a:spcPct val="85000"/>
              </a:lnSpc>
              <a:spcBef>
                <a:spcPct val="35000"/>
              </a:spcBef>
              <a:spcAft>
                <a:spcPct val="0"/>
              </a:spcAft>
              <a:buClr>
                <a:schemeClr val="bg2"/>
              </a:buClr>
              <a:buFont typeface="FuturaA Bk BT" pitchFamily="34" charset="0"/>
              <a:buChar char="–"/>
              <a:defRPr>
                <a:solidFill>
                  <a:schemeClr val="tx1"/>
                </a:solidFill>
                <a:latin typeface="FuturaA Bk BT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GB" altLang="en-US" sz="800" dirty="0">
                <a:solidFill>
                  <a:schemeClr val="accent6">
                    <a:lumMod val="75000"/>
                  </a:schemeClr>
                </a:solidFill>
                <a:latin typeface="Arial" charset="0"/>
              </a:rPr>
              <a:t>Alan Leong, </a:t>
            </a:r>
            <a:r>
              <a:rPr lang="en-GB" altLang="en-US" sz="800" b="1" dirty="0">
                <a:solidFill>
                  <a:schemeClr val="accent6">
                    <a:lumMod val="75000"/>
                  </a:schemeClr>
                </a:solidFill>
                <a:latin typeface="Arial" charset="0"/>
              </a:rPr>
              <a:t>Procurement Manager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GB" altLang="en-US" sz="800" dirty="0">
                <a:latin typeface="Arial" charset="0"/>
              </a:rPr>
              <a:t>Nancy </a:t>
            </a:r>
            <a:r>
              <a:rPr lang="en-GB" altLang="en-US" sz="800" dirty="0" err="1">
                <a:latin typeface="Arial" charset="0"/>
              </a:rPr>
              <a:t>Xue</a:t>
            </a:r>
            <a:r>
              <a:rPr lang="en-GB" altLang="en-US" sz="800" dirty="0">
                <a:latin typeface="Arial" charset="0"/>
              </a:rPr>
              <a:t>, </a:t>
            </a:r>
            <a:r>
              <a:rPr lang="en-GB" altLang="en-US" sz="800" b="1" dirty="0">
                <a:latin typeface="Arial" charset="0"/>
              </a:rPr>
              <a:t>Project Planner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GB" altLang="en-US" sz="800" dirty="0">
                <a:solidFill>
                  <a:schemeClr val="accent6">
                    <a:lumMod val="75000"/>
                  </a:schemeClr>
                </a:solidFill>
                <a:latin typeface="Arial" charset="0"/>
              </a:rPr>
              <a:t>Roger </a:t>
            </a:r>
            <a:r>
              <a:rPr lang="en-GB" altLang="en-US" sz="800" dirty="0" err="1">
                <a:solidFill>
                  <a:schemeClr val="accent6">
                    <a:lumMod val="75000"/>
                  </a:schemeClr>
                </a:solidFill>
                <a:latin typeface="Arial" charset="0"/>
              </a:rPr>
              <a:t>Shamku</a:t>
            </a:r>
            <a:r>
              <a:rPr lang="en-GB" altLang="en-US" sz="800" dirty="0">
                <a:solidFill>
                  <a:schemeClr val="accent6">
                    <a:lumMod val="75000"/>
                  </a:schemeClr>
                </a:solidFill>
                <a:latin typeface="Arial" charset="0"/>
              </a:rPr>
              <a:t>, </a:t>
            </a:r>
            <a:r>
              <a:rPr lang="en-GB" altLang="en-US" sz="800" b="1" dirty="0">
                <a:solidFill>
                  <a:schemeClr val="accent6">
                    <a:lumMod val="75000"/>
                  </a:schemeClr>
                </a:solidFill>
                <a:latin typeface="Arial" charset="0"/>
              </a:rPr>
              <a:t>Project Cost Controller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GB" altLang="en-US" sz="800" dirty="0">
                <a:solidFill>
                  <a:schemeClr val="accent6">
                    <a:lumMod val="75000"/>
                  </a:schemeClr>
                </a:solidFill>
                <a:latin typeface="Arial" charset="0"/>
              </a:rPr>
              <a:t>Gerard </a:t>
            </a:r>
            <a:r>
              <a:rPr lang="en-GB" altLang="en-US" sz="800" dirty="0" err="1">
                <a:solidFill>
                  <a:schemeClr val="accent6">
                    <a:lumMod val="75000"/>
                  </a:schemeClr>
                </a:solidFill>
                <a:latin typeface="Arial" charset="0"/>
              </a:rPr>
              <a:t>Bundzynksi</a:t>
            </a:r>
            <a:r>
              <a:rPr lang="en-GB" altLang="en-US" sz="800" dirty="0">
                <a:solidFill>
                  <a:schemeClr val="accent6">
                    <a:lumMod val="75000"/>
                  </a:schemeClr>
                </a:solidFill>
                <a:latin typeface="Arial" charset="0"/>
              </a:rPr>
              <a:t>, </a:t>
            </a:r>
            <a:r>
              <a:rPr lang="en-GB" altLang="en-US" sz="800" b="1" dirty="0">
                <a:solidFill>
                  <a:schemeClr val="accent6">
                    <a:lumMod val="75000"/>
                  </a:schemeClr>
                </a:solidFill>
                <a:latin typeface="Arial" charset="0"/>
              </a:rPr>
              <a:t>Project Contract Manager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GB" altLang="en-US" sz="800" dirty="0">
                <a:solidFill>
                  <a:schemeClr val="accent6">
                    <a:lumMod val="75000"/>
                  </a:schemeClr>
                </a:solidFill>
                <a:latin typeface="Arial" charset="0"/>
              </a:rPr>
              <a:t>J-Anne Javier, </a:t>
            </a:r>
            <a:r>
              <a:rPr lang="en-GB" altLang="en-US" sz="800" b="1" dirty="0">
                <a:solidFill>
                  <a:schemeClr val="accent6">
                    <a:lumMod val="75000"/>
                  </a:schemeClr>
                </a:solidFill>
                <a:latin typeface="Arial" charset="0"/>
              </a:rPr>
              <a:t>Project Coordinator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GB" altLang="en-US" sz="800" dirty="0">
                <a:solidFill>
                  <a:schemeClr val="accent6">
                    <a:lumMod val="75000"/>
                  </a:schemeClr>
                </a:solidFill>
                <a:latin typeface="Arial" charset="0"/>
              </a:rPr>
              <a:t>Karen Leung, </a:t>
            </a:r>
            <a:r>
              <a:rPr lang="en-GB" altLang="en-US" sz="800" b="1" dirty="0">
                <a:solidFill>
                  <a:schemeClr val="accent6">
                    <a:lumMod val="75000"/>
                  </a:schemeClr>
                </a:solidFill>
                <a:latin typeface="Arial" charset="0"/>
              </a:rPr>
              <a:t>Quality Assurance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GB" altLang="en-US" sz="800" dirty="0">
                <a:solidFill>
                  <a:schemeClr val="accent6">
                    <a:lumMod val="75000"/>
                  </a:schemeClr>
                </a:solidFill>
                <a:latin typeface="Arial" charset="0"/>
              </a:rPr>
              <a:t>Varalaxmi </a:t>
            </a:r>
            <a:r>
              <a:rPr lang="en-GB" altLang="en-US" sz="800" dirty="0" err="1">
                <a:solidFill>
                  <a:schemeClr val="accent6">
                    <a:lumMod val="75000"/>
                  </a:schemeClr>
                </a:solidFill>
                <a:latin typeface="Arial" charset="0"/>
              </a:rPr>
              <a:t>Gandham</a:t>
            </a:r>
            <a:r>
              <a:rPr lang="en-GB" altLang="en-US" sz="800" dirty="0">
                <a:solidFill>
                  <a:schemeClr val="accent6">
                    <a:lumMod val="75000"/>
                  </a:schemeClr>
                </a:solidFill>
                <a:latin typeface="Arial" charset="0"/>
              </a:rPr>
              <a:t>,, </a:t>
            </a:r>
            <a:r>
              <a:rPr lang="en-GB" altLang="en-US" sz="800" b="1" dirty="0">
                <a:solidFill>
                  <a:schemeClr val="accent6">
                    <a:lumMod val="75000"/>
                  </a:schemeClr>
                </a:solidFill>
                <a:latin typeface="Arial" charset="0"/>
              </a:rPr>
              <a:t>Configuration Management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GB" altLang="en-US" sz="800" dirty="0">
                <a:latin typeface="Arial" charset="0"/>
              </a:rPr>
              <a:t> 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endParaRPr lang="en-GB" altLang="en-US" sz="800" dirty="0">
              <a:latin typeface="Arial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endParaRPr lang="en-GB" altLang="en-US" sz="800" b="1" dirty="0">
              <a:latin typeface="Arial" charset="0"/>
            </a:endParaRP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FontTx/>
              <a:buNone/>
              <a:defRPr/>
            </a:pPr>
            <a:r>
              <a:rPr lang="en-GB" altLang="en-US" sz="100" dirty="0"/>
              <a:t> </a:t>
            </a:r>
          </a:p>
        </p:txBody>
      </p:sp>
      <p:cxnSp>
        <p:nvCxnSpPr>
          <p:cNvPr id="91" name="Straight Connector 4"/>
          <p:cNvCxnSpPr>
            <a:cxnSpLocks noChangeShapeType="1"/>
          </p:cNvCxnSpPr>
          <p:nvPr/>
        </p:nvCxnSpPr>
        <p:spPr bwMode="auto">
          <a:xfrm>
            <a:off x="3707300" y="2667000"/>
            <a:ext cx="24649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7" name="Rectangle 174"/>
          <p:cNvSpPr>
            <a:spLocks noChangeArrowheads="1"/>
          </p:cNvSpPr>
          <p:nvPr/>
        </p:nvSpPr>
        <p:spPr bwMode="auto">
          <a:xfrm>
            <a:off x="6599254" y="3463033"/>
            <a:ext cx="1908059" cy="521711"/>
          </a:xfrm>
          <a:prstGeom prst="rect">
            <a:avLst/>
          </a:prstGeom>
          <a:noFill/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357" tIns="46180" rIns="92357" bIns="46180"/>
          <a:lstStyle>
            <a:lvl1pPr>
              <a:lnSpc>
                <a:spcPct val="85000"/>
              </a:lnSpc>
              <a:spcBef>
                <a:spcPct val="35000"/>
              </a:spcBef>
              <a:buClr>
                <a:schemeClr val="accent1"/>
              </a:buClr>
              <a:buFont typeface="FuturaA Bk BT" pitchFamily="34" charset="0"/>
              <a:buChar char=" "/>
              <a:defRPr sz="2700">
                <a:solidFill>
                  <a:schemeClr val="tx1"/>
                </a:solidFill>
                <a:latin typeface="FuturaA Bk BT" pitchFamily="34" charset="0"/>
              </a:defRPr>
            </a:lvl1pPr>
            <a:lvl2pPr marL="509588" indent="-265113">
              <a:lnSpc>
                <a:spcPct val="85000"/>
              </a:lnSpc>
              <a:spcBef>
                <a:spcPct val="35000"/>
              </a:spcBef>
              <a:buClr>
                <a:schemeClr val="accent1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FuturaA Bk BT" pitchFamily="34" charset="0"/>
              </a:defRPr>
            </a:lvl2pPr>
            <a:lvl3pPr marL="1019175" indent="-184150">
              <a:lnSpc>
                <a:spcPct val="85000"/>
              </a:lnSpc>
              <a:spcBef>
                <a:spcPct val="35000"/>
              </a:spcBef>
              <a:buClr>
                <a:schemeClr val="bg2"/>
              </a:buClr>
              <a:buFont typeface="Wingdings" pitchFamily="2" charset="2"/>
              <a:buChar char=""/>
              <a:defRPr sz="2000">
                <a:solidFill>
                  <a:schemeClr val="tx1"/>
                </a:solidFill>
                <a:latin typeface="FuturaA Bk BT" pitchFamily="34" charset="0"/>
              </a:defRPr>
            </a:lvl3pPr>
            <a:lvl4pPr marL="1528763" indent="-187325">
              <a:lnSpc>
                <a:spcPct val="85000"/>
              </a:lnSpc>
              <a:spcBef>
                <a:spcPct val="35000"/>
              </a:spcBef>
              <a:buClr>
                <a:schemeClr val="bg2"/>
              </a:buClr>
              <a:buChar char="–"/>
              <a:defRPr>
                <a:solidFill>
                  <a:schemeClr val="tx1"/>
                </a:solidFill>
                <a:latin typeface="FuturaA Bk BT" pitchFamily="34" charset="0"/>
              </a:defRPr>
            </a:lvl4pPr>
            <a:lvl5pPr marL="2038350" indent="-187325">
              <a:lnSpc>
                <a:spcPct val="85000"/>
              </a:lnSpc>
              <a:spcBef>
                <a:spcPct val="35000"/>
              </a:spcBef>
              <a:buClr>
                <a:schemeClr val="bg2"/>
              </a:buClr>
              <a:buFont typeface="FuturaA Bk BT" pitchFamily="34" charset="0"/>
              <a:buChar char="–"/>
              <a:defRPr>
                <a:solidFill>
                  <a:schemeClr val="tx1"/>
                </a:solidFill>
                <a:latin typeface="FuturaA Bk BT" pitchFamily="34" charset="0"/>
              </a:defRPr>
            </a:lvl5pPr>
            <a:lvl6pPr marL="2495550" indent="-187325" eaLnBrk="0" fontAlgn="base" hangingPunct="0">
              <a:lnSpc>
                <a:spcPct val="85000"/>
              </a:lnSpc>
              <a:spcBef>
                <a:spcPct val="35000"/>
              </a:spcBef>
              <a:spcAft>
                <a:spcPct val="0"/>
              </a:spcAft>
              <a:buClr>
                <a:schemeClr val="bg2"/>
              </a:buClr>
              <a:buFont typeface="FuturaA Bk BT" pitchFamily="34" charset="0"/>
              <a:buChar char="–"/>
              <a:defRPr>
                <a:solidFill>
                  <a:schemeClr val="tx1"/>
                </a:solidFill>
                <a:latin typeface="FuturaA Bk BT" pitchFamily="34" charset="0"/>
              </a:defRPr>
            </a:lvl6pPr>
            <a:lvl7pPr marL="2952750" indent="-187325" eaLnBrk="0" fontAlgn="base" hangingPunct="0">
              <a:lnSpc>
                <a:spcPct val="85000"/>
              </a:lnSpc>
              <a:spcBef>
                <a:spcPct val="35000"/>
              </a:spcBef>
              <a:spcAft>
                <a:spcPct val="0"/>
              </a:spcAft>
              <a:buClr>
                <a:schemeClr val="bg2"/>
              </a:buClr>
              <a:buFont typeface="FuturaA Bk BT" pitchFamily="34" charset="0"/>
              <a:buChar char="–"/>
              <a:defRPr>
                <a:solidFill>
                  <a:schemeClr val="tx1"/>
                </a:solidFill>
                <a:latin typeface="FuturaA Bk BT" pitchFamily="34" charset="0"/>
              </a:defRPr>
            </a:lvl7pPr>
            <a:lvl8pPr marL="3409950" indent="-187325" eaLnBrk="0" fontAlgn="base" hangingPunct="0">
              <a:lnSpc>
                <a:spcPct val="85000"/>
              </a:lnSpc>
              <a:spcBef>
                <a:spcPct val="35000"/>
              </a:spcBef>
              <a:spcAft>
                <a:spcPct val="0"/>
              </a:spcAft>
              <a:buClr>
                <a:schemeClr val="bg2"/>
              </a:buClr>
              <a:buFont typeface="FuturaA Bk BT" pitchFamily="34" charset="0"/>
              <a:buChar char="–"/>
              <a:defRPr>
                <a:solidFill>
                  <a:schemeClr val="tx1"/>
                </a:solidFill>
                <a:latin typeface="FuturaA Bk BT" pitchFamily="34" charset="0"/>
              </a:defRPr>
            </a:lvl8pPr>
            <a:lvl9pPr marL="3867150" indent="-187325" eaLnBrk="0" fontAlgn="base" hangingPunct="0">
              <a:lnSpc>
                <a:spcPct val="85000"/>
              </a:lnSpc>
              <a:spcBef>
                <a:spcPct val="35000"/>
              </a:spcBef>
              <a:spcAft>
                <a:spcPct val="0"/>
              </a:spcAft>
              <a:buClr>
                <a:schemeClr val="bg2"/>
              </a:buClr>
              <a:buFont typeface="FuturaA Bk BT" pitchFamily="34" charset="0"/>
              <a:buChar char="–"/>
              <a:defRPr>
                <a:solidFill>
                  <a:schemeClr val="tx1"/>
                </a:solidFill>
                <a:latin typeface="FuturaA Bk BT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GB" altLang="en-US" sz="1000" b="1" dirty="0">
                <a:latin typeface="Arial" charset="0"/>
              </a:rPr>
              <a:t>Deployment Project Manager</a:t>
            </a:r>
          </a:p>
          <a:p>
            <a:pPr algn="ctr">
              <a:lnSpc>
                <a:spcPct val="100000"/>
              </a:lnSpc>
              <a:spcBef>
                <a:spcPct val="50000"/>
              </a:spcBef>
              <a:buClrTx/>
              <a:buFontTx/>
              <a:buNone/>
              <a:defRPr/>
            </a:pPr>
            <a:r>
              <a:rPr lang="en-GB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Abdelmalek Bezzaz </a:t>
            </a:r>
            <a:endParaRPr lang="en-GB" altLang="en-US" sz="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8" name="Straight Connector 8"/>
          <p:cNvCxnSpPr>
            <a:cxnSpLocks noChangeShapeType="1"/>
          </p:cNvCxnSpPr>
          <p:nvPr/>
        </p:nvCxnSpPr>
        <p:spPr bwMode="auto">
          <a:xfrm>
            <a:off x="6592065" y="3750124"/>
            <a:ext cx="1908059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0" name="Straight Connector 4"/>
          <p:cNvCxnSpPr>
            <a:cxnSpLocks noChangeShapeType="1"/>
          </p:cNvCxnSpPr>
          <p:nvPr/>
        </p:nvCxnSpPr>
        <p:spPr bwMode="auto">
          <a:xfrm>
            <a:off x="4720333" y="2012929"/>
            <a:ext cx="0" cy="1492271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3" name="Straight Connector 4"/>
          <p:cNvCxnSpPr>
            <a:cxnSpLocks noChangeShapeType="1"/>
            <a:stCxn id="53" idx="2"/>
          </p:cNvCxnSpPr>
          <p:nvPr/>
        </p:nvCxnSpPr>
        <p:spPr bwMode="auto">
          <a:xfrm>
            <a:off x="4720333" y="1184927"/>
            <a:ext cx="4067" cy="186673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5" name="Rectangle 174"/>
          <p:cNvSpPr>
            <a:spLocks noChangeArrowheads="1"/>
          </p:cNvSpPr>
          <p:nvPr/>
        </p:nvSpPr>
        <p:spPr bwMode="auto">
          <a:xfrm>
            <a:off x="381000" y="2209480"/>
            <a:ext cx="3352800" cy="836821"/>
          </a:xfrm>
          <a:prstGeom prst="rect">
            <a:avLst/>
          </a:prstGeom>
          <a:noFill/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357" tIns="46180" rIns="92357" bIns="46180"/>
          <a:lstStyle>
            <a:lvl1pPr>
              <a:lnSpc>
                <a:spcPct val="85000"/>
              </a:lnSpc>
              <a:spcBef>
                <a:spcPct val="35000"/>
              </a:spcBef>
              <a:buClr>
                <a:schemeClr val="accent1"/>
              </a:buClr>
              <a:buFont typeface="FuturaA Bk BT" pitchFamily="34" charset="0"/>
              <a:buChar char=" "/>
              <a:defRPr sz="2700">
                <a:solidFill>
                  <a:schemeClr val="tx1"/>
                </a:solidFill>
                <a:latin typeface="FuturaA Bk BT" pitchFamily="34" charset="0"/>
              </a:defRPr>
            </a:lvl1pPr>
            <a:lvl2pPr marL="509588" indent="-265113">
              <a:lnSpc>
                <a:spcPct val="85000"/>
              </a:lnSpc>
              <a:spcBef>
                <a:spcPct val="35000"/>
              </a:spcBef>
              <a:buClr>
                <a:schemeClr val="accent1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FuturaA Bk BT" pitchFamily="34" charset="0"/>
              </a:defRPr>
            </a:lvl2pPr>
            <a:lvl3pPr marL="1019175" indent="-184150">
              <a:lnSpc>
                <a:spcPct val="85000"/>
              </a:lnSpc>
              <a:spcBef>
                <a:spcPct val="35000"/>
              </a:spcBef>
              <a:buClr>
                <a:schemeClr val="bg2"/>
              </a:buClr>
              <a:buFont typeface="Wingdings" pitchFamily="2" charset="2"/>
              <a:buChar char=""/>
              <a:defRPr sz="2000">
                <a:solidFill>
                  <a:schemeClr val="tx1"/>
                </a:solidFill>
                <a:latin typeface="FuturaA Bk BT" pitchFamily="34" charset="0"/>
              </a:defRPr>
            </a:lvl3pPr>
            <a:lvl4pPr marL="1528763" indent="-187325">
              <a:lnSpc>
                <a:spcPct val="85000"/>
              </a:lnSpc>
              <a:spcBef>
                <a:spcPct val="35000"/>
              </a:spcBef>
              <a:buClr>
                <a:schemeClr val="bg2"/>
              </a:buClr>
              <a:buChar char="–"/>
              <a:defRPr>
                <a:solidFill>
                  <a:schemeClr val="tx1"/>
                </a:solidFill>
                <a:latin typeface="FuturaA Bk BT" pitchFamily="34" charset="0"/>
              </a:defRPr>
            </a:lvl4pPr>
            <a:lvl5pPr marL="2038350" indent="-187325">
              <a:lnSpc>
                <a:spcPct val="85000"/>
              </a:lnSpc>
              <a:spcBef>
                <a:spcPct val="35000"/>
              </a:spcBef>
              <a:buClr>
                <a:schemeClr val="bg2"/>
              </a:buClr>
              <a:buFont typeface="FuturaA Bk BT" pitchFamily="34" charset="0"/>
              <a:buChar char="–"/>
              <a:defRPr>
                <a:solidFill>
                  <a:schemeClr val="tx1"/>
                </a:solidFill>
                <a:latin typeface="FuturaA Bk BT" pitchFamily="34" charset="0"/>
              </a:defRPr>
            </a:lvl5pPr>
            <a:lvl6pPr marL="2495550" indent="-187325" eaLnBrk="0" fontAlgn="base" hangingPunct="0">
              <a:lnSpc>
                <a:spcPct val="85000"/>
              </a:lnSpc>
              <a:spcBef>
                <a:spcPct val="35000"/>
              </a:spcBef>
              <a:spcAft>
                <a:spcPct val="0"/>
              </a:spcAft>
              <a:buClr>
                <a:schemeClr val="bg2"/>
              </a:buClr>
              <a:buFont typeface="FuturaA Bk BT" pitchFamily="34" charset="0"/>
              <a:buChar char="–"/>
              <a:defRPr>
                <a:solidFill>
                  <a:schemeClr val="tx1"/>
                </a:solidFill>
                <a:latin typeface="FuturaA Bk BT" pitchFamily="34" charset="0"/>
              </a:defRPr>
            </a:lvl6pPr>
            <a:lvl7pPr marL="2952750" indent="-187325" eaLnBrk="0" fontAlgn="base" hangingPunct="0">
              <a:lnSpc>
                <a:spcPct val="85000"/>
              </a:lnSpc>
              <a:spcBef>
                <a:spcPct val="35000"/>
              </a:spcBef>
              <a:spcAft>
                <a:spcPct val="0"/>
              </a:spcAft>
              <a:buClr>
                <a:schemeClr val="bg2"/>
              </a:buClr>
              <a:buFont typeface="FuturaA Bk BT" pitchFamily="34" charset="0"/>
              <a:buChar char="–"/>
              <a:defRPr>
                <a:solidFill>
                  <a:schemeClr val="tx1"/>
                </a:solidFill>
                <a:latin typeface="FuturaA Bk BT" pitchFamily="34" charset="0"/>
              </a:defRPr>
            </a:lvl7pPr>
            <a:lvl8pPr marL="3409950" indent="-187325" eaLnBrk="0" fontAlgn="base" hangingPunct="0">
              <a:lnSpc>
                <a:spcPct val="85000"/>
              </a:lnSpc>
              <a:spcBef>
                <a:spcPct val="35000"/>
              </a:spcBef>
              <a:spcAft>
                <a:spcPct val="0"/>
              </a:spcAft>
              <a:buClr>
                <a:schemeClr val="bg2"/>
              </a:buClr>
              <a:buFont typeface="FuturaA Bk BT" pitchFamily="34" charset="0"/>
              <a:buChar char="–"/>
              <a:defRPr>
                <a:solidFill>
                  <a:schemeClr val="tx1"/>
                </a:solidFill>
                <a:latin typeface="FuturaA Bk BT" pitchFamily="34" charset="0"/>
              </a:defRPr>
            </a:lvl8pPr>
            <a:lvl9pPr marL="3867150" indent="-187325" eaLnBrk="0" fontAlgn="base" hangingPunct="0">
              <a:lnSpc>
                <a:spcPct val="85000"/>
              </a:lnSpc>
              <a:spcBef>
                <a:spcPct val="35000"/>
              </a:spcBef>
              <a:spcAft>
                <a:spcPct val="0"/>
              </a:spcAft>
              <a:buClr>
                <a:schemeClr val="bg2"/>
              </a:buClr>
              <a:buFont typeface="FuturaA Bk BT" pitchFamily="34" charset="0"/>
              <a:buChar char="–"/>
              <a:defRPr>
                <a:solidFill>
                  <a:schemeClr val="tx1"/>
                </a:solidFill>
                <a:latin typeface="FuturaA Bk BT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GB" altLang="en-US" sz="800" dirty="0">
                <a:solidFill>
                  <a:schemeClr val="accent6">
                    <a:lumMod val="75000"/>
                  </a:schemeClr>
                </a:solidFill>
                <a:latin typeface="Arial" charset="0"/>
              </a:rPr>
              <a:t>Daniel Mullin, </a:t>
            </a:r>
            <a:r>
              <a:rPr lang="en-GB" altLang="en-US" sz="800" b="1" dirty="0">
                <a:solidFill>
                  <a:schemeClr val="accent6">
                    <a:lumMod val="75000"/>
                  </a:schemeClr>
                </a:solidFill>
                <a:latin typeface="Arial" charset="0"/>
              </a:rPr>
              <a:t>Safety Assurance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GB" altLang="en-US" sz="800" dirty="0">
                <a:solidFill>
                  <a:schemeClr val="accent6">
                    <a:lumMod val="75000"/>
                  </a:schemeClr>
                </a:solidFill>
                <a:latin typeface="Arial" charset="0"/>
              </a:rPr>
              <a:t>Laurene </a:t>
            </a:r>
            <a:r>
              <a:rPr lang="en-GB" altLang="en-US" sz="800" dirty="0" err="1">
                <a:solidFill>
                  <a:schemeClr val="accent6">
                    <a:lumMod val="75000"/>
                  </a:schemeClr>
                </a:solidFill>
                <a:latin typeface="Arial" charset="0"/>
              </a:rPr>
              <a:t>Belliard</a:t>
            </a:r>
            <a:r>
              <a:rPr lang="en-GB" altLang="en-US" sz="800" dirty="0">
                <a:solidFill>
                  <a:schemeClr val="accent6">
                    <a:lumMod val="75000"/>
                  </a:schemeClr>
                </a:solidFill>
                <a:latin typeface="Arial" charset="0"/>
              </a:rPr>
              <a:t>, </a:t>
            </a:r>
            <a:r>
              <a:rPr lang="en-GB" altLang="en-US" sz="800" b="1" dirty="0">
                <a:solidFill>
                  <a:schemeClr val="accent6">
                    <a:lumMod val="75000"/>
                  </a:schemeClr>
                </a:solidFill>
                <a:latin typeface="Arial" charset="0"/>
              </a:rPr>
              <a:t>Safety Engineering &amp; RAM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GB" altLang="en-US" sz="800" dirty="0">
                <a:latin typeface="Arial" charset="0"/>
              </a:rPr>
              <a:t>Brad Murray, </a:t>
            </a:r>
            <a:r>
              <a:rPr lang="en-GB" altLang="en-US" sz="800" b="1" dirty="0">
                <a:latin typeface="Arial" charset="0"/>
              </a:rPr>
              <a:t>Cybersecurity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None/>
              <a:defRPr/>
            </a:pPr>
            <a:r>
              <a:rPr lang="en-GB" altLang="en-US" sz="800" dirty="0">
                <a:solidFill>
                  <a:schemeClr val="accent6">
                    <a:lumMod val="75000"/>
                  </a:schemeClr>
                </a:solidFill>
                <a:latin typeface="Arial" charset="0"/>
              </a:rPr>
              <a:t>Zahirul Hoque</a:t>
            </a:r>
            <a:r>
              <a:rPr lang="en-GB" altLang="en-US" sz="800" b="1" dirty="0">
                <a:solidFill>
                  <a:schemeClr val="accent6">
                    <a:lumMod val="75000"/>
                  </a:schemeClr>
                </a:solidFill>
                <a:latin typeface="Arial" charset="0"/>
              </a:rPr>
              <a:t>, Independent Validator</a:t>
            </a:r>
          </a:p>
          <a:p>
            <a:pPr>
              <a:lnSpc>
                <a:spcPct val="100000"/>
              </a:lnSpc>
              <a:spcBef>
                <a:spcPct val="50000"/>
              </a:spcBef>
              <a:buClrTx/>
              <a:buFontTx/>
              <a:buNone/>
              <a:defRPr/>
            </a:pPr>
            <a:r>
              <a:rPr lang="en-GB" altLang="en-US" sz="100" dirty="0"/>
              <a:t> </a:t>
            </a:r>
          </a:p>
        </p:txBody>
      </p:sp>
      <p:sp>
        <p:nvSpPr>
          <p:cNvPr id="117" name="Rectangle 174"/>
          <p:cNvSpPr>
            <a:spLocks noChangeArrowheads="1"/>
          </p:cNvSpPr>
          <p:nvPr/>
        </p:nvSpPr>
        <p:spPr bwMode="auto">
          <a:xfrm>
            <a:off x="3733800" y="3469052"/>
            <a:ext cx="1908059" cy="521711"/>
          </a:xfrm>
          <a:prstGeom prst="rect">
            <a:avLst/>
          </a:prstGeom>
          <a:noFill/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357" tIns="46180" rIns="92357" bIns="46180"/>
          <a:lstStyle>
            <a:lvl1pPr>
              <a:lnSpc>
                <a:spcPct val="85000"/>
              </a:lnSpc>
              <a:spcBef>
                <a:spcPct val="35000"/>
              </a:spcBef>
              <a:buClr>
                <a:schemeClr val="accent1"/>
              </a:buClr>
              <a:buFont typeface="FuturaA Bk BT" pitchFamily="34" charset="0"/>
              <a:buChar char=" "/>
              <a:defRPr sz="2700">
                <a:solidFill>
                  <a:schemeClr val="tx1"/>
                </a:solidFill>
                <a:latin typeface="FuturaA Bk BT" pitchFamily="34" charset="0"/>
              </a:defRPr>
            </a:lvl1pPr>
            <a:lvl2pPr marL="509588" indent="-265113">
              <a:lnSpc>
                <a:spcPct val="85000"/>
              </a:lnSpc>
              <a:spcBef>
                <a:spcPct val="35000"/>
              </a:spcBef>
              <a:buClr>
                <a:schemeClr val="accent1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FuturaA Bk BT" pitchFamily="34" charset="0"/>
              </a:defRPr>
            </a:lvl2pPr>
            <a:lvl3pPr marL="1019175" indent="-184150">
              <a:lnSpc>
                <a:spcPct val="85000"/>
              </a:lnSpc>
              <a:spcBef>
                <a:spcPct val="35000"/>
              </a:spcBef>
              <a:buClr>
                <a:schemeClr val="bg2"/>
              </a:buClr>
              <a:buFont typeface="Wingdings" pitchFamily="2" charset="2"/>
              <a:buChar char=""/>
              <a:defRPr sz="2000">
                <a:solidFill>
                  <a:schemeClr val="tx1"/>
                </a:solidFill>
                <a:latin typeface="FuturaA Bk BT" pitchFamily="34" charset="0"/>
              </a:defRPr>
            </a:lvl3pPr>
            <a:lvl4pPr marL="1528763" indent="-187325">
              <a:lnSpc>
                <a:spcPct val="85000"/>
              </a:lnSpc>
              <a:spcBef>
                <a:spcPct val="35000"/>
              </a:spcBef>
              <a:buClr>
                <a:schemeClr val="bg2"/>
              </a:buClr>
              <a:buChar char="–"/>
              <a:defRPr>
                <a:solidFill>
                  <a:schemeClr val="tx1"/>
                </a:solidFill>
                <a:latin typeface="FuturaA Bk BT" pitchFamily="34" charset="0"/>
              </a:defRPr>
            </a:lvl4pPr>
            <a:lvl5pPr marL="2038350" indent="-187325">
              <a:lnSpc>
                <a:spcPct val="85000"/>
              </a:lnSpc>
              <a:spcBef>
                <a:spcPct val="35000"/>
              </a:spcBef>
              <a:buClr>
                <a:schemeClr val="bg2"/>
              </a:buClr>
              <a:buFont typeface="FuturaA Bk BT" pitchFamily="34" charset="0"/>
              <a:buChar char="–"/>
              <a:defRPr>
                <a:solidFill>
                  <a:schemeClr val="tx1"/>
                </a:solidFill>
                <a:latin typeface="FuturaA Bk BT" pitchFamily="34" charset="0"/>
              </a:defRPr>
            </a:lvl5pPr>
            <a:lvl6pPr marL="2495550" indent="-187325" eaLnBrk="0" fontAlgn="base" hangingPunct="0">
              <a:lnSpc>
                <a:spcPct val="85000"/>
              </a:lnSpc>
              <a:spcBef>
                <a:spcPct val="35000"/>
              </a:spcBef>
              <a:spcAft>
                <a:spcPct val="0"/>
              </a:spcAft>
              <a:buClr>
                <a:schemeClr val="bg2"/>
              </a:buClr>
              <a:buFont typeface="FuturaA Bk BT" pitchFamily="34" charset="0"/>
              <a:buChar char="–"/>
              <a:defRPr>
                <a:solidFill>
                  <a:schemeClr val="tx1"/>
                </a:solidFill>
                <a:latin typeface="FuturaA Bk BT" pitchFamily="34" charset="0"/>
              </a:defRPr>
            </a:lvl6pPr>
            <a:lvl7pPr marL="2952750" indent="-187325" eaLnBrk="0" fontAlgn="base" hangingPunct="0">
              <a:lnSpc>
                <a:spcPct val="85000"/>
              </a:lnSpc>
              <a:spcBef>
                <a:spcPct val="35000"/>
              </a:spcBef>
              <a:spcAft>
                <a:spcPct val="0"/>
              </a:spcAft>
              <a:buClr>
                <a:schemeClr val="bg2"/>
              </a:buClr>
              <a:buFont typeface="FuturaA Bk BT" pitchFamily="34" charset="0"/>
              <a:buChar char="–"/>
              <a:defRPr>
                <a:solidFill>
                  <a:schemeClr val="tx1"/>
                </a:solidFill>
                <a:latin typeface="FuturaA Bk BT" pitchFamily="34" charset="0"/>
              </a:defRPr>
            </a:lvl7pPr>
            <a:lvl8pPr marL="3409950" indent="-187325" eaLnBrk="0" fontAlgn="base" hangingPunct="0">
              <a:lnSpc>
                <a:spcPct val="85000"/>
              </a:lnSpc>
              <a:spcBef>
                <a:spcPct val="35000"/>
              </a:spcBef>
              <a:spcAft>
                <a:spcPct val="0"/>
              </a:spcAft>
              <a:buClr>
                <a:schemeClr val="bg2"/>
              </a:buClr>
              <a:buFont typeface="FuturaA Bk BT" pitchFamily="34" charset="0"/>
              <a:buChar char="–"/>
              <a:defRPr>
                <a:solidFill>
                  <a:schemeClr val="tx1"/>
                </a:solidFill>
                <a:latin typeface="FuturaA Bk BT" pitchFamily="34" charset="0"/>
              </a:defRPr>
            </a:lvl8pPr>
            <a:lvl9pPr marL="3867150" indent="-187325" eaLnBrk="0" fontAlgn="base" hangingPunct="0">
              <a:lnSpc>
                <a:spcPct val="85000"/>
              </a:lnSpc>
              <a:spcBef>
                <a:spcPct val="35000"/>
              </a:spcBef>
              <a:spcAft>
                <a:spcPct val="0"/>
              </a:spcAft>
              <a:buClr>
                <a:schemeClr val="bg2"/>
              </a:buClr>
              <a:buFont typeface="FuturaA Bk BT" pitchFamily="34" charset="0"/>
              <a:buChar char="–"/>
              <a:defRPr>
                <a:solidFill>
                  <a:schemeClr val="tx1"/>
                </a:solidFill>
                <a:latin typeface="FuturaA Bk BT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GB" altLang="en-US" sz="1000" b="1" dirty="0">
                <a:latin typeface="Arial" charset="0"/>
              </a:rPr>
              <a:t>Project Design Authority</a:t>
            </a:r>
          </a:p>
          <a:p>
            <a:pPr algn="ctr">
              <a:lnSpc>
                <a:spcPct val="100000"/>
              </a:lnSpc>
              <a:spcBef>
                <a:spcPct val="50000"/>
              </a:spcBef>
              <a:buClrTx/>
              <a:buFontTx/>
              <a:buNone/>
              <a:defRPr/>
            </a:pPr>
            <a:r>
              <a:rPr lang="en-GB" altLang="en-US" sz="1300" dirty="0">
                <a:latin typeface="Arial" panose="020B0604020202020204" pitchFamily="34" charset="0"/>
                <a:cs typeface="Arial" panose="020B0604020202020204" pitchFamily="34" charset="0"/>
              </a:rPr>
              <a:t>Frank Wu</a:t>
            </a:r>
            <a:endParaRPr lang="en-GB" altLang="en-US" sz="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8" name="Straight Connector 8"/>
          <p:cNvCxnSpPr>
            <a:cxnSpLocks noChangeShapeType="1"/>
          </p:cNvCxnSpPr>
          <p:nvPr/>
        </p:nvCxnSpPr>
        <p:spPr bwMode="auto">
          <a:xfrm>
            <a:off x="3733800" y="3722324"/>
            <a:ext cx="1908059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6" name="Rectangle 174"/>
          <p:cNvSpPr>
            <a:spLocks noChangeArrowheads="1"/>
          </p:cNvSpPr>
          <p:nvPr/>
        </p:nvSpPr>
        <p:spPr bwMode="auto">
          <a:xfrm>
            <a:off x="3926378" y="1371600"/>
            <a:ext cx="1672647" cy="663519"/>
          </a:xfrm>
          <a:prstGeom prst="rect">
            <a:avLst/>
          </a:prstGeom>
          <a:noFill/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2357" tIns="46180" rIns="92357" bIns="46180"/>
          <a:lstStyle>
            <a:lvl1pPr>
              <a:lnSpc>
                <a:spcPct val="85000"/>
              </a:lnSpc>
              <a:spcBef>
                <a:spcPct val="35000"/>
              </a:spcBef>
              <a:buClr>
                <a:schemeClr val="accent1"/>
              </a:buClr>
              <a:buFont typeface="FuturaA Bk BT" pitchFamily="34" charset="0"/>
              <a:buChar char=" "/>
              <a:defRPr sz="2700">
                <a:solidFill>
                  <a:schemeClr val="tx1"/>
                </a:solidFill>
                <a:latin typeface="FuturaA Bk BT" pitchFamily="34" charset="0"/>
              </a:defRPr>
            </a:lvl1pPr>
            <a:lvl2pPr marL="509588" indent="-265113">
              <a:lnSpc>
                <a:spcPct val="85000"/>
              </a:lnSpc>
              <a:spcBef>
                <a:spcPct val="35000"/>
              </a:spcBef>
              <a:buClr>
                <a:schemeClr val="accent1"/>
              </a:buClr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FuturaA Bk BT" pitchFamily="34" charset="0"/>
              </a:defRPr>
            </a:lvl2pPr>
            <a:lvl3pPr marL="1019175" indent="-184150">
              <a:lnSpc>
                <a:spcPct val="85000"/>
              </a:lnSpc>
              <a:spcBef>
                <a:spcPct val="35000"/>
              </a:spcBef>
              <a:buClr>
                <a:schemeClr val="bg2"/>
              </a:buClr>
              <a:buFont typeface="Wingdings" pitchFamily="2" charset="2"/>
              <a:buChar char=""/>
              <a:defRPr sz="2000">
                <a:solidFill>
                  <a:schemeClr val="tx1"/>
                </a:solidFill>
                <a:latin typeface="FuturaA Bk BT" pitchFamily="34" charset="0"/>
              </a:defRPr>
            </a:lvl3pPr>
            <a:lvl4pPr marL="1528763" indent="-187325">
              <a:lnSpc>
                <a:spcPct val="85000"/>
              </a:lnSpc>
              <a:spcBef>
                <a:spcPct val="35000"/>
              </a:spcBef>
              <a:buClr>
                <a:schemeClr val="bg2"/>
              </a:buClr>
              <a:buChar char="–"/>
              <a:defRPr>
                <a:solidFill>
                  <a:schemeClr val="tx1"/>
                </a:solidFill>
                <a:latin typeface="FuturaA Bk BT" pitchFamily="34" charset="0"/>
              </a:defRPr>
            </a:lvl4pPr>
            <a:lvl5pPr marL="2038350" indent="-187325">
              <a:lnSpc>
                <a:spcPct val="85000"/>
              </a:lnSpc>
              <a:spcBef>
                <a:spcPct val="35000"/>
              </a:spcBef>
              <a:buClr>
                <a:schemeClr val="bg2"/>
              </a:buClr>
              <a:buFont typeface="FuturaA Bk BT" pitchFamily="34" charset="0"/>
              <a:buChar char="–"/>
              <a:defRPr>
                <a:solidFill>
                  <a:schemeClr val="tx1"/>
                </a:solidFill>
                <a:latin typeface="FuturaA Bk BT" pitchFamily="34" charset="0"/>
              </a:defRPr>
            </a:lvl5pPr>
            <a:lvl6pPr marL="2495550" indent="-187325" eaLnBrk="0" fontAlgn="base" hangingPunct="0">
              <a:lnSpc>
                <a:spcPct val="85000"/>
              </a:lnSpc>
              <a:spcBef>
                <a:spcPct val="35000"/>
              </a:spcBef>
              <a:spcAft>
                <a:spcPct val="0"/>
              </a:spcAft>
              <a:buClr>
                <a:schemeClr val="bg2"/>
              </a:buClr>
              <a:buFont typeface="FuturaA Bk BT" pitchFamily="34" charset="0"/>
              <a:buChar char="–"/>
              <a:defRPr>
                <a:solidFill>
                  <a:schemeClr val="tx1"/>
                </a:solidFill>
                <a:latin typeface="FuturaA Bk BT" pitchFamily="34" charset="0"/>
              </a:defRPr>
            </a:lvl6pPr>
            <a:lvl7pPr marL="2952750" indent="-187325" eaLnBrk="0" fontAlgn="base" hangingPunct="0">
              <a:lnSpc>
                <a:spcPct val="85000"/>
              </a:lnSpc>
              <a:spcBef>
                <a:spcPct val="35000"/>
              </a:spcBef>
              <a:spcAft>
                <a:spcPct val="0"/>
              </a:spcAft>
              <a:buClr>
                <a:schemeClr val="bg2"/>
              </a:buClr>
              <a:buFont typeface="FuturaA Bk BT" pitchFamily="34" charset="0"/>
              <a:buChar char="–"/>
              <a:defRPr>
                <a:solidFill>
                  <a:schemeClr val="tx1"/>
                </a:solidFill>
                <a:latin typeface="FuturaA Bk BT" pitchFamily="34" charset="0"/>
              </a:defRPr>
            </a:lvl7pPr>
            <a:lvl8pPr marL="3409950" indent="-187325" eaLnBrk="0" fontAlgn="base" hangingPunct="0">
              <a:lnSpc>
                <a:spcPct val="85000"/>
              </a:lnSpc>
              <a:spcBef>
                <a:spcPct val="35000"/>
              </a:spcBef>
              <a:spcAft>
                <a:spcPct val="0"/>
              </a:spcAft>
              <a:buClr>
                <a:schemeClr val="bg2"/>
              </a:buClr>
              <a:buFont typeface="FuturaA Bk BT" pitchFamily="34" charset="0"/>
              <a:buChar char="–"/>
              <a:defRPr>
                <a:solidFill>
                  <a:schemeClr val="tx1"/>
                </a:solidFill>
                <a:latin typeface="FuturaA Bk BT" pitchFamily="34" charset="0"/>
              </a:defRPr>
            </a:lvl8pPr>
            <a:lvl9pPr marL="3867150" indent="-187325" eaLnBrk="0" fontAlgn="base" hangingPunct="0">
              <a:lnSpc>
                <a:spcPct val="85000"/>
              </a:lnSpc>
              <a:spcBef>
                <a:spcPct val="35000"/>
              </a:spcBef>
              <a:spcAft>
                <a:spcPct val="0"/>
              </a:spcAft>
              <a:buClr>
                <a:schemeClr val="bg2"/>
              </a:buClr>
              <a:buFont typeface="FuturaA Bk BT" pitchFamily="34" charset="0"/>
              <a:buChar char="–"/>
              <a:defRPr>
                <a:solidFill>
                  <a:schemeClr val="tx1"/>
                </a:solidFill>
                <a:latin typeface="FuturaA Bk BT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GB" altLang="en-US" sz="1100" b="1" dirty="0">
                <a:solidFill>
                  <a:srgbClr val="0070C0"/>
                </a:solidFill>
                <a:latin typeface="Arial" charset="0"/>
              </a:rPr>
              <a:t>Project Manager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endParaRPr lang="en-GB" altLang="en-US" sz="1100" dirty="0">
              <a:solidFill>
                <a:srgbClr val="0070C0"/>
              </a:solidFill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GB" altLang="en-US" sz="11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Thomas Delevacque</a:t>
            </a:r>
          </a:p>
          <a:p>
            <a:pPr algn="ctr">
              <a:lnSpc>
                <a:spcPct val="100000"/>
              </a:lnSpc>
              <a:spcBef>
                <a:spcPct val="50000"/>
              </a:spcBef>
              <a:buClrTx/>
              <a:buFontTx/>
              <a:buNone/>
              <a:defRPr/>
            </a:pPr>
            <a:r>
              <a:rPr lang="en-GB" altLang="en-US" sz="100" b="1" dirty="0"/>
              <a:t> 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7620000" y="3248237"/>
            <a:ext cx="0" cy="1807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F0B5D60-8C62-9ACD-FDE0-A25EA4D84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720" y="14881"/>
            <a:ext cx="2069554" cy="929609"/>
          </a:xfrm>
          <a:prstGeom prst="rect">
            <a:avLst/>
          </a:prstGeom>
        </p:spPr>
      </p:pic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44C1FD6E-9C2E-1932-125E-34C372933B17}"/>
              </a:ext>
            </a:extLst>
          </p:cNvPr>
          <p:cNvSpPr>
            <a:spLocks noGrp="1"/>
          </p:cNvSpPr>
          <p:nvPr/>
        </p:nvSpPr>
        <p:spPr>
          <a:xfrm>
            <a:off x="3015069" y="6587970"/>
            <a:ext cx="27141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ja-JP"/>
              <a:t>© Hitachi Rail Limited 2024. All rights reserved.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40179779"/>
      </p:ext>
    </p:extLst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_dlc_DocId xmlns="4eed3181-67cc-4905-9bfe-6681b024eab3">URSPROJ-2131783011-800</_dlc_DocId>
    <_dlc_DocIdUrl xmlns="4eed3181-67cc-4905-9bfe-6681b024eab3">
      <Url>https://urbanandmainlines.sharepoint.com/sites/GTS-CA-URSProjectsCommunity/_layouts/15/DocIdRedir.aspx?ID=URSPROJ-2131783011-800</Url>
      <Description>URSPROJ-2131783011-800</Description>
    </_dlc_DocIdUrl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490233BAB4294C9168DA3C4B20F408" ma:contentTypeVersion="9" ma:contentTypeDescription="Create a new document." ma:contentTypeScope="" ma:versionID="7255dc8a9a43dfb5088f18fc7393523f">
  <xsd:schema xmlns:xsd="http://www.w3.org/2001/XMLSchema" xmlns:xs="http://www.w3.org/2001/XMLSchema" xmlns:p="http://schemas.microsoft.com/office/2006/metadata/properties" xmlns:ns1="http://schemas.microsoft.com/sharepoint/v3" xmlns:ns2="4eed3181-67cc-4905-9bfe-6681b024eab3" xmlns:ns3="46b861ba-21be-4977-b44c-abc2d0c555f9" targetNamespace="http://schemas.microsoft.com/office/2006/metadata/properties" ma:root="true" ma:fieldsID="5c9c0248950e0aa1670139c91c84f58c" ns1:_="" ns2:_="" ns3:_="">
    <xsd:import namespace="http://schemas.microsoft.com/sharepoint/v3"/>
    <xsd:import namespace="4eed3181-67cc-4905-9bfe-6681b024eab3"/>
    <xsd:import namespace="46b861ba-21be-4977-b44c-abc2d0c555f9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_ip_UnifiedCompliancePolicyProperties" minOccurs="0"/>
                <xsd:element ref="ns1:_ip_UnifiedCompliancePolicyUIActio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ed3181-67cc-4905-9bfe-6681b024eab3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b861ba-21be-4977-b44c-abc2d0c555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0E5123AC-F068-4FAF-BBBB-0AFF717AC7F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DD6AA46A-7BBF-4A2B-9C51-A77B20BEB91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E9C5B67-3513-4B2C-B115-40178412A46B}"/>
</file>

<file path=customXml/itemProps4.xml><?xml version="1.0" encoding="utf-8"?>
<ds:datastoreItem xmlns:ds="http://schemas.openxmlformats.org/officeDocument/2006/customXml" ds:itemID="{224A5855-2F55-466A-9F86-5406BCD1F288}"/>
</file>

<file path=docProps/app.xml><?xml version="1.0" encoding="utf-8"?>
<Properties xmlns="http://schemas.openxmlformats.org/officeDocument/2006/extended-properties" xmlns:vt="http://schemas.openxmlformats.org/officeDocument/2006/docPropsVTypes">
  <TotalTime>3021</TotalTime>
  <Words>225</Words>
  <Application>Microsoft Office PowerPoint</Application>
  <PresentationFormat>On-screen Show (4:3)</PresentationFormat>
  <Paragraphs>53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FuturaA Bk BT</vt:lpstr>
      <vt:lpstr>Office Theme</vt:lpstr>
      <vt:lpstr>PowerPoint Presentation</vt:lpstr>
    </vt:vector>
  </TitlesOfParts>
  <Company>Thales Canada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Kaitong Jin</dc:creator>
  <cp:lastModifiedBy>Thomas Delevacque</cp:lastModifiedBy>
  <cp:revision>92</cp:revision>
  <cp:lastPrinted>2019-08-13T20:13:25Z</cp:lastPrinted>
  <dcterms:created xsi:type="dcterms:W3CDTF">2014-10-09T15:44:49Z</dcterms:created>
  <dcterms:modified xsi:type="dcterms:W3CDTF">2025-09-15T19:38:56Z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0x010100B4490233BAB4294C9168DA3C4B20F408</vt:lpwstr>
  </property>
  <property fmtid="{D5CDD505-2E9C-101B-9397-08002B2CF9AE}" pid="3" name="Order">
    <vt:r8>13200</vt:r8>
  </property>
  <property fmtid="{D5CDD505-2E9C-101B-9397-08002B2CF9AE}" pid="4" name="_dlc_DocIdItemGuid">
    <vt:lpwstr>9cc863e1-7054-4e43-b14a-24c56781e854</vt:lpwstr>
  </property>
  <property fmtid="{D5CDD505-2E9C-101B-9397-08002B2CF9AE}" pid="5" name="MSIP_Label_edd4ef90-adc6-4485-ae6c-ef4966b66c01_Enabled">
    <vt:lpwstr>True</vt:lpwstr>
  </property>
  <property fmtid="{D5CDD505-2E9C-101B-9397-08002B2CF9AE}" pid="6" name="MSIP_Label_edd4ef90-adc6-4485-ae6c-ef4966b66c01_SiteId">
    <vt:lpwstr>f33c7791-13ed-4c20-878e-518e247895dc</vt:lpwstr>
  </property>
  <property fmtid="{D5CDD505-2E9C-101B-9397-08002B2CF9AE}" pid="7" name="MSIP_Label_edd4ef90-adc6-4485-ae6c-ef4966b66c01_SetDate">
    <vt:lpwstr>2026-06-16T17:53:34Z</vt:lpwstr>
  </property>
  <property fmtid="{D5CDD505-2E9C-101B-9397-08002B2CF9AE}" pid="8" name="MSIP_Label_edd4ef90-adc6-4485-ae6c-ef4966b66c01_Name">
    <vt:lpwstr>HITACHI DATA LABELS \ Public</vt:lpwstr>
  </property>
  <property fmtid="{D5CDD505-2E9C-101B-9397-08002B2CF9AE}" pid="9" name="MSIP_Label_edd4ef90-adc6-4485-ae6c-ef4966b66c01_ActionId">
    <vt:lpwstr>1f3103ad-ec4a-414d-9538-accea44ac260</vt:lpwstr>
  </property>
  <property fmtid="{D5CDD505-2E9C-101B-9397-08002B2CF9AE}" pid="10" name="MSIP_Label_edd4ef90-adc6-4485-ae6c-ef4966b66c01_Removed">
    <vt:lpwstr>False</vt:lpwstr>
  </property>
  <property fmtid="{D5CDD505-2E9C-101B-9397-08002B2CF9AE}" pid="11" name="MSIP_Label_edd4ef90-adc6-4485-ae6c-ef4966b66c01_Parent">
    <vt:lpwstr>74c703f9-53ef-4334-bfad-4b0316310c98</vt:lpwstr>
  </property>
  <property fmtid="{D5CDD505-2E9C-101B-9397-08002B2CF9AE}" pid="12" name="MSIP_Label_edd4ef90-adc6-4485-ae6c-ef4966b66c01_Extended_MSFT_Method">
    <vt:lpwstr>Standard</vt:lpwstr>
  </property>
  <property fmtid="{D5CDD505-2E9C-101B-9397-08002B2CF9AE}" pid="13" name="MSIP_Label_74c703f9-53ef-4334-bfad-4b0316310c98_Enabled">
    <vt:lpwstr>True</vt:lpwstr>
  </property>
  <property fmtid="{D5CDD505-2E9C-101B-9397-08002B2CF9AE}" pid="14" name="MSIP_Label_74c703f9-53ef-4334-bfad-4b0316310c98_SiteId">
    <vt:lpwstr>f33c7791-13ed-4c20-878e-518e247895dc</vt:lpwstr>
  </property>
  <property fmtid="{D5CDD505-2E9C-101B-9397-08002B2CF9AE}" pid="15" name="MSIP_Label_74c703f9-53ef-4334-bfad-4b0316310c98_SetDate">
    <vt:lpwstr>2026-06-16T17:53:34Z</vt:lpwstr>
  </property>
  <property fmtid="{D5CDD505-2E9C-101B-9397-08002B2CF9AE}" pid="16" name="MSIP_Label_74c703f9-53ef-4334-bfad-4b0316310c98_Name">
    <vt:lpwstr>HITACHI DATA LABELS</vt:lpwstr>
  </property>
  <property fmtid="{D5CDD505-2E9C-101B-9397-08002B2CF9AE}" pid="17" name="MSIP_Label_74c703f9-53ef-4334-bfad-4b0316310c98_ActionId">
    <vt:lpwstr>3a3596fc-f2a6-4c22-86cd-4272febe3773</vt:lpwstr>
  </property>
  <property fmtid="{D5CDD505-2E9C-101B-9397-08002B2CF9AE}" pid="18" name="MSIP_Label_74c703f9-53ef-4334-bfad-4b0316310c98_Extended_MSFT_Method">
    <vt:lpwstr>Standard</vt:lpwstr>
  </property>
  <property fmtid="{D5CDD505-2E9C-101B-9397-08002B2CF9AE}" pid="19" name="Sensitivity">
    <vt:lpwstr>HITACHI DATA LABELS \ Public HITACHI DATA LABELS</vt:lpwstr>
  </property>
</Properties>
</file>