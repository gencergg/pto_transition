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3B3"/>
    <a:srgbClr val="F2F2F2"/>
    <a:srgbClr val="FFFFFF"/>
    <a:srgbClr val="D4ECBA"/>
    <a:srgbClr val="E40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4626C-8056-0BDA-0A4C-96151490EAAD}" v="9" dt="2026-03-06T18:33:48.079"/>
    <p1510:client id="{571A9A0B-BD87-6FC3-34D5-E33067198370}" v="48" dt="2026-03-06T18:20:47.827"/>
    <p1510:client id="{F4D6D452-61FE-45F8-919D-E5A17970EC3E}" v="1" dt="2026-03-06T18:48:03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S Huseyin" userId="617aad82-c31b-4cea-b0d4-3f9fe82308d4" providerId="ADAL" clId="{C6D0603C-EA6B-49FF-BD5F-FACD2A320A19}"/>
    <pc:docChg chg="modSld">
      <pc:chgData name="SAVAS Huseyin" userId="617aad82-c31b-4cea-b0d4-3f9fe82308d4" providerId="ADAL" clId="{C6D0603C-EA6B-49FF-BD5F-FACD2A320A19}" dt="2026-03-06T18:48:03.622" v="0" actId="20577"/>
      <pc:docMkLst>
        <pc:docMk/>
      </pc:docMkLst>
      <pc:sldChg chg="modSp mod">
        <pc:chgData name="SAVAS Huseyin" userId="617aad82-c31b-4cea-b0d4-3f9fe82308d4" providerId="ADAL" clId="{C6D0603C-EA6B-49FF-BD5F-FACD2A320A19}" dt="2026-03-06T18:48:03.622" v="0" actId="20577"/>
        <pc:sldMkLst>
          <pc:docMk/>
          <pc:sldMk cId="815994135" sldId="257"/>
        </pc:sldMkLst>
        <pc:spChg chg="mod">
          <ac:chgData name="SAVAS Huseyin" userId="617aad82-c31b-4cea-b0d4-3f9fe82308d4" providerId="ADAL" clId="{C6D0603C-EA6B-49FF-BD5F-FACD2A320A19}" dt="2026-03-06T18:48:03.622" v="0" actId="20577"/>
          <ac:spMkLst>
            <pc:docMk/>
            <pc:sldMk cId="815994135" sldId="257"/>
            <ac:spMk id="83" creationId="{6295A083-0C89-0079-4E3E-EA62627A8064}"/>
          </ac:spMkLst>
        </pc:spChg>
      </pc:sldChg>
    </pc:docChg>
  </pc:docChgLst>
  <pc:docChgLst>
    <pc:chgData name="KABIKA Nyota" userId="S::nyota.kabika@urbanandmainlines.com::cbef2f90-d075-4987-badd-c166ec0ba709" providerId="AD" clId="Web-{0564626C-8056-0BDA-0A4C-96151490EAAD}"/>
    <pc:docChg chg="modSld">
      <pc:chgData name="KABIKA Nyota" userId="S::nyota.kabika@urbanandmainlines.com::cbef2f90-d075-4987-badd-c166ec0ba709" providerId="AD" clId="Web-{0564626C-8056-0BDA-0A4C-96151490EAAD}" dt="2026-03-06T18:33:48.079" v="8" actId="20577"/>
      <pc:docMkLst>
        <pc:docMk/>
      </pc:docMkLst>
      <pc:sldChg chg="modSp">
        <pc:chgData name="KABIKA Nyota" userId="S::nyota.kabika@urbanandmainlines.com::cbef2f90-d075-4987-badd-c166ec0ba709" providerId="AD" clId="Web-{0564626C-8056-0BDA-0A4C-96151490EAAD}" dt="2026-03-06T18:33:48.079" v="8" actId="20577"/>
        <pc:sldMkLst>
          <pc:docMk/>
          <pc:sldMk cId="815994135" sldId="257"/>
        </pc:sldMkLst>
        <pc:spChg chg="mod">
          <ac:chgData name="KABIKA Nyota" userId="S::nyota.kabika@urbanandmainlines.com::cbef2f90-d075-4987-badd-c166ec0ba709" providerId="AD" clId="Web-{0564626C-8056-0BDA-0A4C-96151490EAAD}" dt="2026-03-06T18:33:48.079" v="8" actId="20577"/>
          <ac:spMkLst>
            <pc:docMk/>
            <pc:sldMk cId="815994135" sldId="257"/>
            <ac:spMk id="11" creationId="{0BDEE541-05CB-C84A-17DC-A0FAD87C9B61}"/>
          </ac:spMkLst>
        </pc:spChg>
        <pc:spChg chg="mod">
          <ac:chgData name="KABIKA Nyota" userId="S::nyota.kabika@urbanandmainlines.com::cbef2f90-d075-4987-badd-c166ec0ba709" providerId="AD" clId="Web-{0564626C-8056-0BDA-0A4C-96151490EAAD}" dt="2026-03-06T18:33:16.892" v="6" actId="20577"/>
          <ac:spMkLst>
            <pc:docMk/>
            <pc:sldMk cId="815994135" sldId="257"/>
            <ac:spMk id="38" creationId="{4821D96B-2AEB-5990-F411-0BF0CC411429}"/>
          </ac:spMkLst>
        </pc:spChg>
        <pc:spChg chg="mod">
          <ac:chgData name="KABIKA Nyota" userId="S::nyota.kabika@urbanandmainlines.com::cbef2f90-d075-4987-badd-c166ec0ba709" providerId="AD" clId="Web-{0564626C-8056-0BDA-0A4C-96151490EAAD}" dt="2026-03-06T18:32:00.580" v="5" actId="20577"/>
          <ac:spMkLst>
            <pc:docMk/>
            <pc:sldMk cId="815994135" sldId="257"/>
            <ac:spMk id="111" creationId="{EF58EF58-3665-60F4-4001-A53E263A24B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C7893-899E-4EDC-AF24-5E24BE1782F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2F588-76A2-4E97-BEE5-8BEE191F38AC}">
      <dgm:prSet phldrT="[Text]" custT="1"/>
      <dgm:spPr>
        <a:solidFill>
          <a:srgbClr val="F2F2F2"/>
        </a:solidFill>
        <a:ln w="9525">
          <a:noFill/>
        </a:ln>
      </dgm:spPr>
      <dgm:t>
        <a:bodyPr/>
        <a:lstStyle/>
        <a:p>
          <a:pPr>
            <a:buNone/>
          </a:pPr>
          <a:r>
            <a:rPr lang="en-US" sz="600" b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Project Manager</a:t>
          </a:r>
          <a:br>
            <a:rPr lang="en-US" sz="600" b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Arash Zereshkian</a:t>
          </a:r>
          <a:endParaRPr lang="en-US" sz="600">
            <a:solidFill>
              <a:schemeClr val="tx1"/>
            </a:solidFill>
          </a:endParaRPr>
        </a:p>
      </dgm:t>
    </dgm:pt>
    <dgm:pt modelId="{F181D0D7-40EE-4306-998E-CD1A24A4E0BC}" type="sibTrans" cxnId="{C0CA07A0-6F01-431A-AB00-9A2655ACCC2C}">
      <dgm:prSet/>
      <dgm:spPr/>
      <dgm:t>
        <a:bodyPr/>
        <a:lstStyle/>
        <a:p>
          <a:endParaRPr lang="en-US"/>
        </a:p>
      </dgm:t>
    </dgm:pt>
    <dgm:pt modelId="{7916DDB2-D33C-4F6E-AC92-455E6730D291}" type="parTrans" cxnId="{C0CA07A0-6F01-431A-AB00-9A2655ACCC2C}">
      <dgm:prSet/>
      <dgm:spPr/>
      <dgm:t>
        <a:bodyPr/>
        <a:lstStyle/>
        <a:p>
          <a:endParaRPr lang="en-US"/>
        </a:p>
      </dgm:t>
    </dgm:pt>
    <dgm:pt modelId="{85428877-A5DA-4CB3-AB6B-2EA39F7CE786}">
      <dgm:prSet custT="1"/>
      <dgm:spPr>
        <a:solidFill>
          <a:srgbClr val="F2F2F2"/>
        </a:solidFill>
        <a:ln w="9525">
          <a:noFill/>
        </a:ln>
      </dgm:spPr>
      <dgm:t>
        <a:bodyPr/>
        <a:lstStyle/>
        <a:p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Installation Design Manager </a:t>
          </a:r>
          <a:b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Lev Arapov</a:t>
          </a:r>
        </a:p>
      </dgm:t>
    </dgm:pt>
    <dgm:pt modelId="{1EB5FB2F-72A6-4CC0-8A4E-1FFEFE433F8B}" type="parTrans" cxnId="{F88D1295-EB7D-4671-9541-00B2973F3D7D}">
      <dgm:prSet/>
      <dgm:spPr>
        <a:solidFill>
          <a:srgbClr val="F2F2F2"/>
        </a:solidFill>
        <a:ln w="9525">
          <a:solidFill>
            <a:srgbClr val="B3B3B3"/>
          </a:solidFill>
        </a:ln>
      </dgm:spPr>
      <dgm:t>
        <a:bodyPr/>
        <a:lstStyle/>
        <a:p>
          <a:endParaRPr lang="en-US"/>
        </a:p>
      </dgm:t>
    </dgm:pt>
    <dgm:pt modelId="{0FD9C4F2-D1CC-40A7-AD71-8F8D3B3D4C2C}" type="sibTrans" cxnId="{F88D1295-EB7D-4671-9541-00B2973F3D7D}">
      <dgm:prSet/>
      <dgm:spPr/>
      <dgm:t>
        <a:bodyPr/>
        <a:lstStyle/>
        <a:p>
          <a:endParaRPr lang="en-US"/>
        </a:p>
      </dgm:t>
    </dgm:pt>
    <dgm:pt modelId="{90DFA848-A423-4AAA-B6D1-3262F7E7442E}">
      <dgm:prSet custT="1"/>
      <dgm:spPr>
        <a:solidFill>
          <a:srgbClr val="F2F2F2"/>
        </a:solidFill>
        <a:ln w="9525">
          <a:noFill/>
        </a:ln>
      </dgm:spPr>
      <dgm:t>
        <a:bodyPr/>
        <a:lstStyle/>
        <a:p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Customer Training and Manuals Manager</a:t>
          </a:r>
          <a:b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Winston Browning </a:t>
          </a:r>
          <a:endParaRPr lang="en-US" sz="600">
            <a:solidFill>
              <a:schemeClr val="tx1"/>
            </a:solidFill>
          </a:endParaRPr>
        </a:p>
      </dgm:t>
    </dgm:pt>
    <dgm:pt modelId="{4652C4EB-9B6A-443D-B51B-5387E06294CF}" type="parTrans" cxnId="{41116D41-FD7C-43BB-BA4C-F165D221AFCC}">
      <dgm:prSet/>
      <dgm:spPr>
        <a:solidFill>
          <a:srgbClr val="F2F2F2"/>
        </a:solidFill>
        <a:ln w="9525">
          <a:solidFill>
            <a:srgbClr val="B3B3B3"/>
          </a:solidFill>
        </a:ln>
      </dgm:spPr>
      <dgm:t>
        <a:bodyPr/>
        <a:lstStyle/>
        <a:p>
          <a:endParaRPr lang="en-US"/>
        </a:p>
      </dgm:t>
    </dgm:pt>
    <dgm:pt modelId="{30A57001-8312-41F6-A90E-97CDA4C018E2}" type="sibTrans" cxnId="{41116D41-FD7C-43BB-BA4C-F165D221AFCC}">
      <dgm:prSet/>
      <dgm:spPr/>
      <dgm:t>
        <a:bodyPr/>
        <a:lstStyle/>
        <a:p>
          <a:endParaRPr lang="en-US"/>
        </a:p>
      </dgm:t>
    </dgm:pt>
    <dgm:pt modelId="{B6DBE73E-44A4-4ADB-8BAB-E1B3C560F4F7}">
      <dgm:prSet custT="1"/>
      <dgm:spPr>
        <a:solidFill>
          <a:srgbClr val="F2F2F2"/>
        </a:solidFill>
        <a:ln w="9525">
          <a:noFill/>
        </a:ln>
      </dgm:spPr>
      <dgm:t>
        <a:bodyPr/>
        <a:lstStyle/>
        <a:p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Central &amp; Wayside HW Manager</a:t>
          </a:r>
          <a:b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Lev Arapov</a:t>
          </a:r>
          <a:endParaRPr lang="en-US" sz="600">
            <a:solidFill>
              <a:schemeClr val="tx1"/>
            </a:solidFill>
          </a:endParaRPr>
        </a:p>
      </dgm:t>
    </dgm:pt>
    <dgm:pt modelId="{C51DFEFF-18A2-45C2-A4A8-27C3450BF158}" type="parTrans" cxnId="{1AB1695B-C3EC-41CD-9D98-D05889441E18}">
      <dgm:prSet/>
      <dgm:spPr>
        <a:solidFill>
          <a:srgbClr val="F2F2F2"/>
        </a:solidFill>
        <a:ln w="9525">
          <a:solidFill>
            <a:srgbClr val="B3B3B3"/>
          </a:solidFill>
        </a:ln>
      </dgm:spPr>
      <dgm:t>
        <a:bodyPr/>
        <a:lstStyle/>
        <a:p>
          <a:endParaRPr lang="en-US"/>
        </a:p>
      </dgm:t>
    </dgm:pt>
    <dgm:pt modelId="{21B93222-2FB0-4BD6-8BF9-5B0AF4842266}" type="sibTrans" cxnId="{1AB1695B-C3EC-41CD-9D98-D05889441E18}">
      <dgm:prSet/>
      <dgm:spPr/>
      <dgm:t>
        <a:bodyPr/>
        <a:lstStyle/>
        <a:p>
          <a:endParaRPr lang="en-US"/>
        </a:p>
      </dgm:t>
    </dgm:pt>
    <dgm:pt modelId="{10DFB9DB-01DE-4556-B8D6-BDEFA24211CE}">
      <dgm:prSet custT="1"/>
      <dgm:spPr>
        <a:solidFill>
          <a:srgbClr val="F2F2F2"/>
        </a:solidFill>
      </dgm:spPr>
      <dgm:t>
        <a:bodyPr/>
        <a:lstStyle/>
        <a:p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DCS (Coms) WPM</a:t>
          </a:r>
          <a:b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Faustin Anthonipillai</a:t>
          </a:r>
          <a:endParaRPr lang="en-US" sz="600"/>
        </a:p>
      </dgm:t>
    </dgm:pt>
    <dgm:pt modelId="{29AEE0AC-BAC4-49F8-862D-F3E50EA3725A}" type="parTrans" cxnId="{57214BCD-808C-4060-AEF7-2AF6A75D5033}">
      <dgm:prSet/>
      <dgm:spPr>
        <a:solidFill>
          <a:srgbClr val="F2F2F2"/>
        </a:solidFill>
        <a:ln w="9525">
          <a:solidFill>
            <a:srgbClr val="B3B3B3"/>
          </a:solidFill>
        </a:ln>
      </dgm:spPr>
      <dgm:t>
        <a:bodyPr/>
        <a:lstStyle/>
        <a:p>
          <a:endParaRPr lang="en-US"/>
        </a:p>
      </dgm:t>
    </dgm:pt>
    <dgm:pt modelId="{D30BA332-31B3-4419-8C12-00C18E5445E8}" type="sibTrans" cxnId="{57214BCD-808C-4060-AEF7-2AF6A75D5033}">
      <dgm:prSet/>
      <dgm:spPr/>
      <dgm:t>
        <a:bodyPr/>
        <a:lstStyle/>
        <a:p>
          <a:endParaRPr lang="en-US"/>
        </a:p>
      </dgm:t>
    </dgm:pt>
    <dgm:pt modelId="{83F17102-6198-4A8B-8EC9-59F438C62240}" type="pres">
      <dgm:prSet presAssocID="{F7AC7893-899E-4EDC-AF24-5E24BE1782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4845D2F-FB4E-4182-9718-DD47BA9B2574}" type="pres">
      <dgm:prSet presAssocID="{8222F588-76A2-4E97-BEE5-8BEE191F38AC}" presName="hierRoot1" presStyleCnt="0">
        <dgm:presLayoutVars>
          <dgm:hierBranch val="init"/>
        </dgm:presLayoutVars>
      </dgm:prSet>
      <dgm:spPr/>
    </dgm:pt>
    <dgm:pt modelId="{8E535347-203C-44A4-9042-8A7340E3E8B1}" type="pres">
      <dgm:prSet presAssocID="{8222F588-76A2-4E97-BEE5-8BEE191F38AC}" presName="rootComposite1" presStyleCnt="0"/>
      <dgm:spPr/>
    </dgm:pt>
    <dgm:pt modelId="{CEDC713C-72C0-4971-B9EC-C2A30F6D8C88}" type="pres">
      <dgm:prSet presAssocID="{8222F588-76A2-4E97-BEE5-8BEE191F38AC}" presName="rootText1" presStyleLbl="node0" presStyleIdx="0" presStyleCnt="1" custScaleX="158852">
        <dgm:presLayoutVars>
          <dgm:chPref val="3"/>
        </dgm:presLayoutVars>
      </dgm:prSet>
      <dgm:spPr/>
    </dgm:pt>
    <dgm:pt modelId="{6FBA930A-7277-4120-9F05-7413347F83AB}" type="pres">
      <dgm:prSet presAssocID="{8222F588-76A2-4E97-BEE5-8BEE191F38AC}" presName="rootConnector1" presStyleLbl="node1" presStyleIdx="0" presStyleCnt="0"/>
      <dgm:spPr/>
    </dgm:pt>
    <dgm:pt modelId="{66C18507-D250-458D-8D88-A4CEFE0DAB1A}" type="pres">
      <dgm:prSet presAssocID="{8222F588-76A2-4E97-BEE5-8BEE191F38AC}" presName="hierChild2" presStyleCnt="0"/>
      <dgm:spPr/>
    </dgm:pt>
    <dgm:pt modelId="{60175965-657A-4007-A5B8-323097E362F0}" type="pres">
      <dgm:prSet presAssocID="{1EB5FB2F-72A6-4CC0-8A4E-1FFEFE433F8B}" presName="Name37" presStyleLbl="parChTrans1D2" presStyleIdx="0" presStyleCnt="3"/>
      <dgm:spPr/>
    </dgm:pt>
    <dgm:pt modelId="{19FD0B04-B3C2-4DC3-9A46-513975CEE159}" type="pres">
      <dgm:prSet presAssocID="{85428877-A5DA-4CB3-AB6B-2EA39F7CE786}" presName="hierRoot2" presStyleCnt="0">
        <dgm:presLayoutVars>
          <dgm:hierBranch val="init"/>
        </dgm:presLayoutVars>
      </dgm:prSet>
      <dgm:spPr/>
    </dgm:pt>
    <dgm:pt modelId="{71FD1CE9-3E83-4D64-9B94-A4C3B5AC9249}" type="pres">
      <dgm:prSet presAssocID="{85428877-A5DA-4CB3-AB6B-2EA39F7CE786}" presName="rootComposite" presStyleCnt="0"/>
      <dgm:spPr/>
    </dgm:pt>
    <dgm:pt modelId="{C979F298-B716-40D5-ABC2-C84A98C01826}" type="pres">
      <dgm:prSet presAssocID="{85428877-A5DA-4CB3-AB6B-2EA39F7CE786}" presName="rootText" presStyleLbl="node2" presStyleIdx="0" presStyleCnt="3">
        <dgm:presLayoutVars>
          <dgm:chPref val="3"/>
        </dgm:presLayoutVars>
      </dgm:prSet>
      <dgm:spPr/>
    </dgm:pt>
    <dgm:pt modelId="{9320B5D2-9EE8-417A-8A8F-8C9192493CEE}" type="pres">
      <dgm:prSet presAssocID="{85428877-A5DA-4CB3-AB6B-2EA39F7CE786}" presName="rootConnector" presStyleLbl="node2" presStyleIdx="0" presStyleCnt="3"/>
      <dgm:spPr/>
    </dgm:pt>
    <dgm:pt modelId="{037C6DC2-1517-44C3-9E44-45972332C04B}" type="pres">
      <dgm:prSet presAssocID="{85428877-A5DA-4CB3-AB6B-2EA39F7CE786}" presName="hierChild4" presStyleCnt="0"/>
      <dgm:spPr/>
    </dgm:pt>
    <dgm:pt modelId="{7AEF1178-7750-43D3-A92D-EA7AC8FE21CB}" type="pres">
      <dgm:prSet presAssocID="{C51DFEFF-18A2-45C2-A4A8-27C3450BF158}" presName="Name37" presStyleLbl="parChTrans1D3" presStyleIdx="0" presStyleCnt="1"/>
      <dgm:spPr/>
    </dgm:pt>
    <dgm:pt modelId="{FFF54D6C-F802-48B6-AA76-D049E23134D5}" type="pres">
      <dgm:prSet presAssocID="{B6DBE73E-44A4-4ADB-8BAB-E1B3C560F4F7}" presName="hierRoot2" presStyleCnt="0">
        <dgm:presLayoutVars>
          <dgm:hierBranch val="init"/>
        </dgm:presLayoutVars>
      </dgm:prSet>
      <dgm:spPr/>
    </dgm:pt>
    <dgm:pt modelId="{664C71F4-0FD6-49FC-AA35-255E7E133E9A}" type="pres">
      <dgm:prSet presAssocID="{B6DBE73E-44A4-4ADB-8BAB-E1B3C560F4F7}" presName="rootComposite" presStyleCnt="0"/>
      <dgm:spPr/>
    </dgm:pt>
    <dgm:pt modelId="{391B0864-A8BE-4855-9C12-008E8D66DF0A}" type="pres">
      <dgm:prSet presAssocID="{B6DBE73E-44A4-4ADB-8BAB-E1B3C560F4F7}" presName="rootText" presStyleLbl="node3" presStyleIdx="0" presStyleCnt="1">
        <dgm:presLayoutVars>
          <dgm:chPref val="3"/>
        </dgm:presLayoutVars>
      </dgm:prSet>
      <dgm:spPr/>
    </dgm:pt>
    <dgm:pt modelId="{561A8D32-93CD-4AD1-99A8-F8AEA8DD7594}" type="pres">
      <dgm:prSet presAssocID="{B6DBE73E-44A4-4ADB-8BAB-E1B3C560F4F7}" presName="rootConnector" presStyleLbl="node3" presStyleIdx="0" presStyleCnt="1"/>
      <dgm:spPr/>
    </dgm:pt>
    <dgm:pt modelId="{C33350FA-83CA-4A4D-B5A3-F7F63A08F652}" type="pres">
      <dgm:prSet presAssocID="{B6DBE73E-44A4-4ADB-8BAB-E1B3C560F4F7}" presName="hierChild4" presStyleCnt="0"/>
      <dgm:spPr/>
    </dgm:pt>
    <dgm:pt modelId="{839C5CE3-A2C5-4AFC-B9E6-0238C789250A}" type="pres">
      <dgm:prSet presAssocID="{B6DBE73E-44A4-4ADB-8BAB-E1B3C560F4F7}" presName="hierChild5" presStyleCnt="0"/>
      <dgm:spPr/>
    </dgm:pt>
    <dgm:pt modelId="{5DC7FF60-7E65-430F-9AD6-70B28FA58666}" type="pres">
      <dgm:prSet presAssocID="{85428877-A5DA-4CB3-AB6B-2EA39F7CE786}" presName="hierChild5" presStyleCnt="0"/>
      <dgm:spPr/>
    </dgm:pt>
    <dgm:pt modelId="{23727CB7-B5B9-45D8-88B9-219451047117}" type="pres">
      <dgm:prSet presAssocID="{4652C4EB-9B6A-443D-B51B-5387E06294CF}" presName="Name37" presStyleLbl="parChTrans1D2" presStyleIdx="1" presStyleCnt="3"/>
      <dgm:spPr/>
    </dgm:pt>
    <dgm:pt modelId="{6B46C335-57D4-4866-A738-E88681A2DF5A}" type="pres">
      <dgm:prSet presAssocID="{90DFA848-A423-4AAA-B6D1-3262F7E7442E}" presName="hierRoot2" presStyleCnt="0">
        <dgm:presLayoutVars>
          <dgm:hierBranch val="init"/>
        </dgm:presLayoutVars>
      </dgm:prSet>
      <dgm:spPr/>
    </dgm:pt>
    <dgm:pt modelId="{434B0485-2E78-4084-BC18-FC24F2FD2E5D}" type="pres">
      <dgm:prSet presAssocID="{90DFA848-A423-4AAA-B6D1-3262F7E7442E}" presName="rootComposite" presStyleCnt="0"/>
      <dgm:spPr/>
    </dgm:pt>
    <dgm:pt modelId="{F1ECDF4E-AAA3-481D-A766-D403275BF8BD}" type="pres">
      <dgm:prSet presAssocID="{90DFA848-A423-4AAA-B6D1-3262F7E7442E}" presName="rootText" presStyleLbl="node2" presStyleIdx="1" presStyleCnt="3">
        <dgm:presLayoutVars>
          <dgm:chPref val="3"/>
        </dgm:presLayoutVars>
      </dgm:prSet>
      <dgm:spPr/>
    </dgm:pt>
    <dgm:pt modelId="{BF21EA8D-6101-44B4-AB13-64BDAD4CC8A6}" type="pres">
      <dgm:prSet presAssocID="{90DFA848-A423-4AAA-B6D1-3262F7E7442E}" presName="rootConnector" presStyleLbl="node2" presStyleIdx="1" presStyleCnt="3"/>
      <dgm:spPr/>
    </dgm:pt>
    <dgm:pt modelId="{965A5B1D-6E79-475F-B7E0-1CBE16D23706}" type="pres">
      <dgm:prSet presAssocID="{90DFA848-A423-4AAA-B6D1-3262F7E7442E}" presName="hierChild4" presStyleCnt="0"/>
      <dgm:spPr/>
    </dgm:pt>
    <dgm:pt modelId="{E4427F15-A869-42FB-A9B1-D398B668C4A1}" type="pres">
      <dgm:prSet presAssocID="{90DFA848-A423-4AAA-B6D1-3262F7E7442E}" presName="hierChild5" presStyleCnt="0"/>
      <dgm:spPr/>
    </dgm:pt>
    <dgm:pt modelId="{AC0E83F7-0E50-47A3-B46E-8242730A457D}" type="pres">
      <dgm:prSet presAssocID="{29AEE0AC-BAC4-49F8-862D-F3E50EA3725A}" presName="Name37" presStyleLbl="parChTrans1D2" presStyleIdx="2" presStyleCnt="3"/>
      <dgm:spPr/>
    </dgm:pt>
    <dgm:pt modelId="{AA235776-91E6-40AB-A7B3-5B64A61EEF47}" type="pres">
      <dgm:prSet presAssocID="{10DFB9DB-01DE-4556-B8D6-BDEFA24211CE}" presName="hierRoot2" presStyleCnt="0">
        <dgm:presLayoutVars>
          <dgm:hierBranch val="init"/>
        </dgm:presLayoutVars>
      </dgm:prSet>
      <dgm:spPr/>
    </dgm:pt>
    <dgm:pt modelId="{CC9256FE-6810-4B08-AE2B-04FDA11BAA44}" type="pres">
      <dgm:prSet presAssocID="{10DFB9DB-01DE-4556-B8D6-BDEFA24211CE}" presName="rootComposite" presStyleCnt="0"/>
      <dgm:spPr/>
    </dgm:pt>
    <dgm:pt modelId="{BDAD45E4-9AFF-440E-93B3-4E8EA8B76047}" type="pres">
      <dgm:prSet presAssocID="{10DFB9DB-01DE-4556-B8D6-BDEFA24211CE}" presName="rootText" presStyleLbl="node2" presStyleIdx="2" presStyleCnt="3">
        <dgm:presLayoutVars>
          <dgm:chPref val="3"/>
        </dgm:presLayoutVars>
      </dgm:prSet>
      <dgm:spPr/>
    </dgm:pt>
    <dgm:pt modelId="{BC53EC95-9A89-460E-B49A-316E6220A3F6}" type="pres">
      <dgm:prSet presAssocID="{10DFB9DB-01DE-4556-B8D6-BDEFA24211CE}" presName="rootConnector" presStyleLbl="node2" presStyleIdx="2" presStyleCnt="3"/>
      <dgm:spPr/>
    </dgm:pt>
    <dgm:pt modelId="{55697FE7-B4DF-4E16-9919-A5591EA25708}" type="pres">
      <dgm:prSet presAssocID="{10DFB9DB-01DE-4556-B8D6-BDEFA24211CE}" presName="hierChild4" presStyleCnt="0"/>
      <dgm:spPr/>
    </dgm:pt>
    <dgm:pt modelId="{D11EFDAA-63A6-45A4-B400-52E5D18B1B2C}" type="pres">
      <dgm:prSet presAssocID="{10DFB9DB-01DE-4556-B8D6-BDEFA24211CE}" presName="hierChild5" presStyleCnt="0"/>
      <dgm:spPr/>
    </dgm:pt>
    <dgm:pt modelId="{621EB941-7B38-4EE9-B095-56C8E76EBB27}" type="pres">
      <dgm:prSet presAssocID="{8222F588-76A2-4E97-BEE5-8BEE191F38AC}" presName="hierChild3" presStyleCnt="0"/>
      <dgm:spPr/>
    </dgm:pt>
  </dgm:ptLst>
  <dgm:cxnLst>
    <dgm:cxn modelId="{1989B00F-6FDA-4B98-BFF8-5D3926148B50}" type="presOf" srcId="{85428877-A5DA-4CB3-AB6B-2EA39F7CE786}" destId="{9320B5D2-9EE8-417A-8A8F-8C9192493CEE}" srcOrd="1" destOrd="0" presId="urn:microsoft.com/office/officeart/2005/8/layout/orgChart1"/>
    <dgm:cxn modelId="{61AA0211-247F-4752-A2A6-CA12E64D0B0E}" type="presOf" srcId="{90DFA848-A423-4AAA-B6D1-3262F7E7442E}" destId="{F1ECDF4E-AAA3-481D-A766-D403275BF8BD}" srcOrd="0" destOrd="0" presId="urn:microsoft.com/office/officeart/2005/8/layout/orgChart1"/>
    <dgm:cxn modelId="{9C68581B-F059-4959-AE79-DE3F6C6CF8E8}" type="presOf" srcId="{B6DBE73E-44A4-4ADB-8BAB-E1B3C560F4F7}" destId="{391B0864-A8BE-4855-9C12-008E8D66DF0A}" srcOrd="0" destOrd="0" presId="urn:microsoft.com/office/officeart/2005/8/layout/orgChart1"/>
    <dgm:cxn modelId="{3CB13C22-3E17-401F-BFEE-4E357BF0EB8A}" type="presOf" srcId="{8222F588-76A2-4E97-BEE5-8BEE191F38AC}" destId="{CEDC713C-72C0-4971-B9EC-C2A30F6D8C88}" srcOrd="0" destOrd="0" presId="urn:microsoft.com/office/officeart/2005/8/layout/orgChart1"/>
    <dgm:cxn modelId="{483D6339-52AF-48A1-B092-0094BCE57659}" type="presOf" srcId="{B6DBE73E-44A4-4ADB-8BAB-E1B3C560F4F7}" destId="{561A8D32-93CD-4AD1-99A8-F8AEA8DD7594}" srcOrd="1" destOrd="0" presId="urn:microsoft.com/office/officeart/2005/8/layout/orgChart1"/>
    <dgm:cxn modelId="{8DFD1540-D992-4201-9C6F-23F9BFB5E903}" type="presOf" srcId="{F7AC7893-899E-4EDC-AF24-5E24BE1782FD}" destId="{83F17102-6198-4A8B-8EC9-59F438C62240}" srcOrd="0" destOrd="0" presId="urn:microsoft.com/office/officeart/2005/8/layout/orgChart1"/>
    <dgm:cxn modelId="{1AB1695B-C3EC-41CD-9D98-D05889441E18}" srcId="{85428877-A5DA-4CB3-AB6B-2EA39F7CE786}" destId="{B6DBE73E-44A4-4ADB-8BAB-E1B3C560F4F7}" srcOrd="0" destOrd="0" parTransId="{C51DFEFF-18A2-45C2-A4A8-27C3450BF158}" sibTransId="{21B93222-2FB0-4BD6-8BF9-5B0AF4842266}"/>
    <dgm:cxn modelId="{41116D41-FD7C-43BB-BA4C-F165D221AFCC}" srcId="{8222F588-76A2-4E97-BEE5-8BEE191F38AC}" destId="{90DFA848-A423-4AAA-B6D1-3262F7E7442E}" srcOrd="1" destOrd="0" parTransId="{4652C4EB-9B6A-443D-B51B-5387E06294CF}" sibTransId="{30A57001-8312-41F6-A90E-97CDA4C018E2}"/>
    <dgm:cxn modelId="{A12F4949-9F9F-4516-AB0C-89B67C8FB04C}" type="presOf" srcId="{90DFA848-A423-4AAA-B6D1-3262F7E7442E}" destId="{BF21EA8D-6101-44B4-AB13-64BDAD4CC8A6}" srcOrd="1" destOrd="0" presId="urn:microsoft.com/office/officeart/2005/8/layout/orgChart1"/>
    <dgm:cxn modelId="{D0F96F4B-8AAC-48D5-8B76-C924010909B4}" type="presOf" srcId="{1EB5FB2F-72A6-4CC0-8A4E-1FFEFE433F8B}" destId="{60175965-657A-4007-A5B8-323097E362F0}" srcOrd="0" destOrd="0" presId="urn:microsoft.com/office/officeart/2005/8/layout/orgChart1"/>
    <dgm:cxn modelId="{6DE0626C-6294-435B-BC1A-7EF52AB6D951}" type="presOf" srcId="{C51DFEFF-18A2-45C2-A4A8-27C3450BF158}" destId="{7AEF1178-7750-43D3-A92D-EA7AC8FE21CB}" srcOrd="0" destOrd="0" presId="urn:microsoft.com/office/officeart/2005/8/layout/orgChart1"/>
    <dgm:cxn modelId="{529E4E6C-072E-4166-B5FF-EB2EA2C0BB8C}" type="presOf" srcId="{10DFB9DB-01DE-4556-B8D6-BDEFA24211CE}" destId="{BC53EC95-9A89-460E-B49A-316E6220A3F6}" srcOrd="1" destOrd="0" presId="urn:microsoft.com/office/officeart/2005/8/layout/orgChart1"/>
    <dgm:cxn modelId="{3CC71093-E060-41FC-A1A1-CB9F5782C62F}" type="presOf" srcId="{85428877-A5DA-4CB3-AB6B-2EA39F7CE786}" destId="{C979F298-B716-40D5-ABC2-C84A98C01826}" srcOrd="0" destOrd="0" presId="urn:microsoft.com/office/officeart/2005/8/layout/orgChart1"/>
    <dgm:cxn modelId="{3D039393-7BC4-41DE-92F7-4AEB4804F158}" type="presOf" srcId="{4652C4EB-9B6A-443D-B51B-5387E06294CF}" destId="{23727CB7-B5B9-45D8-88B9-219451047117}" srcOrd="0" destOrd="0" presId="urn:microsoft.com/office/officeart/2005/8/layout/orgChart1"/>
    <dgm:cxn modelId="{F88D1295-EB7D-4671-9541-00B2973F3D7D}" srcId="{8222F588-76A2-4E97-BEE5-8BEE191F38AC}" destId="{85428877-A5DA-4CB3-AB6B-2EA39F7CE786}" srcOrd="0" destOrd="0" parTransId="{1EB5FB2F-72A6-4CC0-8A4E-1FFEFE433F8B}" sibTransId="{0FD9C4F2-D1CC-40A7-AD71-8F8D3B3D4C2C}"/>
    <dgm:cxn modelId="{C0CA07A0-6F01-431A-AB00-9A2655ACCC2C}" srcId="{F7AC7893-899E-4EDC-AF24-5E24BE1782FD}" destId="{8222F588-76A2-4E97-BEE5-8BEE191F38AC}" srcOrd="0" destOrd="0" parTransId="{7916DDB2-D33C-4F6E-AC92-455E6730D291}" sibTransId="{F181D0D7-40EE-4306-998E-CD1A24A4E0BC}"/>
    <dgm:cxn modelId="{841B29AB-BFDA-4512-B1F0-0C01B3586F9F}" type="presOf" srcId="{8222F588-76A2-4E97-BEE5-8BEE191F38AC}" destId="{6FBA930A-7277-4120-9F05-7413347F83AB}" srcOrd="1" destOrd="0" presId="urn:microsoft.com/office/officeart/2005/8/layout/orgChart1"/>
    <dgm:cxn modelId="{57214BCD-808C-4060-AEF7-2AF6A75D5033}" srcId="{8222F588-76A2-4E97-BEE5-8BEE191F38AC}" destId="{10DFB9DB-01DE-4556-B8D6-BDEFA24211CE}" srcOrd="2" destOrd="0" parTransId="{29AEE0AC-BAC4-49F8-862D-F3E50EA3725A}" sibTransId="{D30BA332-31B3-4419-8C12-00C18E5445E8}"/>
    <dgm:cxn modelId="{DC9E77DA-942B-4BAE-B854-A6B635B2F313}" type="presOf" srcId="{29AEE0AC-BAC4-49F8-862D-F3E50EA3725A}" destId="{AC0E83F7-0E50-47A3-B46E-8242730A457D}" srcOrd="0" destOrd="0" presId="urn:microsoft.com/office/officeart/2005/8/layout/orgChart1"/>
    <dgm:cxn modelId="{05ADDDF3-2D1C-4F1B-A25B-EF94F5779749}" type="presOf" srcId="{10DFB9DB-01DE-4556-B8D6-BDEFA24211CE}" destId="{BDAD45E4-9AFF-440E-93B3-4E8EA8B76047}" srcOrd="0" destOrd="0" presId="urn:microsoft.com/office/officeart/2005/8/layout/orgChart1"/>
    <dgm:cxn modelId="{8ED78C2D-39EA-493A-AAB4-6946DB95BBBB}" type="presParOf" srcId="{83F17102-6198-4A8B-8EC9-59F438C62240}" destId="{D4845D2F-FB4E-4182-9718-DD47BA9B2574}" srcOrd="0" destOrd="0" presId="urn:microsoft.com/office/officeart/2005/8/layout/orgChart1"/>
    <dgm:cxn modelId="{E3D82432-B707-4114-9936-D0C271C95332}" type="presParOf" srcId="{D4845D2F-FB4E-4182-9718-DD47BA9B2574}" destId="{8E535347-203C-44A4-9042-8A7340E3E8B1}" srcOrd="0" destOrd="0" presId="urn:microsoft.com/office/officeart/2005/8/layout/orgChart1"/>
    <dgm:cxn modelId="{05600894-BFC9-4D1B-8E83-D195217A3813}" type="presParOf" srcId="{8E535347-203C-44A4-9042-8A7340E3E8B1}" destId="{CEDC713C-72C0-4971-B9EC-C2A30F6D8C88}" srcOrd="0" destOrd="0" presId="urn:microsoft.com/office/officeart/2005/8/layout/orgChart1"/>
    <dgm:cxn modelId="{028D4B35-08D9-453B-A50C-55B146122BA3}" type="presParOf" srcId="{8E535347-203C-44A4-9042-8A7340E3E8B1}" destId="{6FBA930A-7277-4120-9F05-7413347F83AB}" srcOrd="1" destOrd="0" presId="urn:microsoft.com/office/officeart/2005/8/layout/orgChart1"/>
    <dgm:cxn modelId="{02DD43A7-E553-48DB-B41B-353AB1D5590E}" type="presParOf" srcId="{D4845D2F-FB4E-4182-9718-DD47BA9B2574}" destId="{66C18507-D250-458D-8D88-A4CEFE0DAB1A}" srcOrd="1" destOrd="0" presId="urn:microsoft.com/office/officeart/2005/8/layout/orgChart1"/>
    <dgm:cxn modelId="{AA232DE5-DBE2-4BFF-AE29-1DDDD75C58F2}" type="presParOf" srcId="{66C18507-D250-458D-8D88-A4CEFE0DAB1A}" destId="{60175965-657A-4007-A5B8-323097E362F0}" srcOrd="0" destOrd="0" presId="urn:microsoft.com/office/officeart/2005/8/layout/orgChart1"/>
    <dgm:cxn modelId="{9010ED03-2EE8-41F7-AEC8-D8E21605BD0A}" type="presParOf" srcId="{66C18507-D250-458D-8D88-A4CEFE0DAB1A}" destId="{19FD0B04-B3C2-4DC3-9A46-513975CEE159}" srcOrd="1" destOrd="0" presId="urn:microsoft.com/office/officeart/2005/8/layout/orgChart1"/>
    <dgm:cxn modelId="{9B5C39FF-037B-4179-8375-D0635D85C55F}" type="presParOf" srcId="{19FD0B04-B3C2-4DC3-9A46-513975CEE159}" destId="{71FD1CE9-3E83-4D64-9B94-A4C3B5AC9249}" srcOrd="0" destOrd="0" presId="urn:microsoft.com/office/officeart/2005/8/layout/orgChart1"/>
    <dgm:cxn modelId="{95D9CD38-3342-4B6E-A2E3-16DF5315F58F}" type="presParOf" srcId="{71FD1CE9-3E83-4D64-9B94-A4C3B5AC9249}" destId="{C979F298-B716-40D5-ABC2-C84A98C01826}" srcOrd="0" destOrd="0" presId="urn:microsoft.com/office/officeart/2005/8/layout/orgChart1"/>
    <dgm:cxn modelId="{08509D5C-30EF-40D1-8602-F3B02C67E047}" type="presParOf" srcId="{71FD1CE9-3E83-4D64-9B94-A4C3B5AC9249}" destId="{9320B5D2-9EE8-417A-8A8F-8C9192493CEE}" srcOrd="1" destOrd="0" presId="urn:microsoft.com/office/officeart/2005/8/layout/orgChart1"/>
    <dgm:cxn modelId="{71584C74-EE10-4F8E-9D2B-347DDD2A545F}" type="presParOf" srcId="{19FD0B04-B3C2-4DC3-9A46-513975CEE159}" destId="{037C6DC2-1517-44C3-9E44-45972332C04B}" srcOrd="1" destOrd="0" presId="urn:microsoft.com/office/officeart/2005/8/layout/orgChart1"/>
    <dgm:cxn modelId="{DA91D995-3570-4FD8-9A2C-878A82A718E9}" type="presParOf" srcId="{037C6DC2-1517-44C3-9E44-45972332C04B}" destId="{7AEF1178-7750-43D3-A92D-EA7AC8FE21CB}" srcOrd="0" destOrd="0" presId="urn:microsoft.com/office/officeart/2005/8/layout/orgChart1"/>
    <dgm:cxn modelId="{598F9750-D8F9-4D6E-BA52-2FCA278A8162}" type="presParOf" srcId="{037C6DC2-1517-44C3-9E44-45972332C04B}" destId="{FFF54D6C-F802-48B6-AA76-D049E23134D5}" srcOrd="1" destOrd="0" presId="urn:microsoft.com/office/officeart/2005/8/layout/orgChart1"/>
    <dgm:cxn modelId="{36EBCC38-39F5-445D-AAED-D1DBF7B7BF24}" type="presParOf" srcId="{FFF54D6C-F802-48B6-AA76-D049E23134D5}" destId="{664C71F4-0FD6-49FC-AA35-255E7E133E9A}" srcOrd="0" destOrd="0" presId="urn:microsoft.com/office/officeart/2005/8/layout/orgChart1"/>
    <dgm:cxn modelId="{7CEF0FA2-0900-452F-914B-5E2E8C8CABD1}" type="presParOf" srcId="{664C71F4-0FD6-49FC-AA35-255E7E133E9A}" destId="{391B0864-A8BE-4855-9C12-008E8D66DF0A}" srcOrd="0" destOrd="0" presId="urn:microsoft.com/office/officeart/2005/8/layout/orgChart1"/>
    <dgm:cxn modelId="{869E6E35-B3D8-42EC-97F4-F22D1BE6BCD1}" type="presParOf" srcId="{664C71F4-0FD6-49FC-AA35-255E7E133E9A}" destId="{561A8D32-93CD-4AD1-99A8-F8AEA8DD7594}" srcOrd="1" destOrd="0" presId="urn:microsoft.com/office/officeart/2005/8/layout/orgChart1"/>
    <dgm:cxn modelId="{B65DBA75-BFEB-4469-829F-3ADE0F1760BC}" type="presParOf" srcId="{FFF54D6C-F802-48B6-AA76-D049E23134D5}" destId="{C33350FA-83CA-4A4D-B5A3-F7F63A08F652}" srcOrd="1" destOrd="0" presId="urn:microsoft.com/office/officeart/2005/8/layout/orgChart1"/>
    <dgm:cxn modelId="{919973F6-5729-41B7-A868-0EC25D608889}" type="presParOf" srcId="{FFF54D6C-F802-48B6-AA76-D049E23134D5}" destId="{839C5CE3-A2C5-4AFC-B9E6-0238C789250A}" srcOrd="2" destOrd="0" presId="urn:microsoft.com/office/officeart/2005/8/layout/orgChart1"/>
    <dgm:cxn modelId="{9F5BC558-317A-4D00-823F-6E71900260E7}" type="presParOf" srcId="{19FD0B04-B3C2-4DC3-9A46-513975CEE159}" destId="{5DC7FF60-7E65-430F-9AD6-70B28FA58666}" srcOrd="2" destOrd="0" presId="urn:microsoft.com/office/officeart/2005/8/layout/orgChart1"/>
    <dgm:cxn modelId="{E7DFF16F-1B15-497E-84ED-9B2099ECB9ED}" type="presParOf" srcId="{66C18507-D250-458D-8D88-A4CEFE0DAB1A}" destId="{23727CB7-B5B9-45D8-88B9-219451047117}" srcOrd="2" destOrd="0" presId="urn:microsoft.com/office/officeart/2005/8/layout/orgChart1"/>
    <dgm:cxn modelId="{C726508A-A4AC-480A-8241-5FB0E893CA7F}" type="presParOf" srcId="{66C18507-D250-458D-8D88-A4CEFE0DAB1A}" destId="{6B46C335-57D4-4866-A738-E88681A2DF5A}" srcOrd="3" destOrd="0" presId="urn:microsoft.com/office/officeart/2005/8/layout/orgChart1"/>
    <dgm:cxn modelId="{EE455FA5-C88B-4F72-9AB4-EC30D0E42AAB}" type="presParOf" srcId="{6B46C335-57D4-4866-A738-E88681A2DF5A}" destId="{434B0485-2E78-4084-BC18-FC24F2FD2E5D}" srcOrd="0" destOrd="0" presId="urn:microsoft.com/office/officeart/2005/8/layout/orgChart1"/>
    <dgm:cxn modelId="{130EB23B-9829-4113-971B-2AE8C50C2FA2}" type="presParOf" srcId="{434B0485-2E78-4084-BC18-FC24F2FD2E5D}" destId="{F1ECDF4E-AAA3-481D-A766-D403275BF8BD}" srcOrd="0" destOrd="0" presId="urn:microsoft.com/office/officeart/2005/8/layout/orgChart1"/>
    <dgm:cxn modelId="{3F5CE5DF-A942-4833-A651-41D07D12A62D}" type="presParOf" srcId="{434B0485-2E78-4084-BC18-FC24F2FD2E5D}" destId="{BF21EA8D-6101-44B4-AB13-64BDAD4CC8A6}" srcOrd="1" destOrd="0" presId="urn:microsoft.com/office/officeart/2005/8/layout/orgChart1"/>
    <dgm:cxn modelId="{ADA84813-6F5F-4AE5-87D2-5CCE6152E81E}" type="presParOf" srcId="{6B46C335-57D4-4866-A738-E88681A2DF5A}" destId="{965A5B1D-6E79-475F-B7E0-1CBE16D23706}" srcOrd="1" destOrd="0" presId="urn:microsoft.com/office/officeart/2005/8/layout/orgChart1"/>
    <dgm:cxn modelId="{E0556C87-DC71-4474-BE3C-D550B65729E4}" type="presParOf" srcId="{6B46C335-57D4-4866-A738-E88681A2DF5A}" destId="{E4427F15-A869-42FB-A9B1-D398B668C4A1}" srcOrd="2" destOrd="0" presId="urn:microsoft.com/office/officeart/2005/8/layout/orgChart1"/>
    <dgm:cxn modelId="{AADFE7DA-AAF3-421C-91BD-96A482306AD1}" type="presParOf" srcId="{66C18507-D250-458D-8D88-A4CEFE0DAB1A}" destId="{AC0E83F7-0E50-47A3-B46E-8242730A457D}" srcOrd="4" destOrd="0" presId="urn:microsoft.com/office/officeart/2005/8/layout/orgChart1"/>
    <dgm:cxn modelId="{E722C20E-E0A5-4E51-8224-DD6D9AE6A1F7}" type="presParOf" srcId="{66C18507-D250-458D-8D88-A4CEFE0DAB1A}" destId="{AA235776-91E6-40AB-A7B3-5B64A61EEF47}" srcOrd="5" destOrd="0" presId="urn:microsoft.com/office/officeart/2005/8/layout/orgChart1"/>
    <dgm:cxn modelId="{F383F0D6-E47B-493B-B8D6-C44FC9EF4DAE}" type="presParOf" srcId="{AA235776-91E6-40AB-A7B3-5B64A61EEF47}" destId="{CC9256FE-6810-4B08-AE2B-04FDA11BAA44}" srcOrd="0" destOrd="0" presId="urn:microsoft.com/office/officeart/2005/8/layout/orgChart1"/>
    <dgm:cxn modelId="{E3C37677-A5C1-4D7A-9FA6-564AE3FE6C65}" type="presParOf" srcId="{CC9256FE-6810-4B08-AE2B-04FDA11BAA44}" destId="{BDAD45E4-9AFF-440E-93B3-4E8EA8B76047}" srcOrd="0" destOrd="0" presId="urn:microsoft.com/office/officeart/2005/8/layout/orgChart1"/>
    <dgm:cxn modelId="{6076B020-A3FC-4104-BF05-4D3D7638D9FD}" type="presParOf" srcId="{CC9256FE-6810-4B08-AE2B-04FDA11BAA44}" destId="{BC53EC95-9A89-460E-B49A-316E6220A3F6}" srcOrd="1" destOrd="0" presId="urn:microsoft.com/office/officeart/2005/8/layout/orgChart1"/>
    <dgm:cxn modelId="{1E979274-BCA3-4113-8242-6C4D6C7341AE}" type="presParOf" srcId="{AA235776-91E6-40AB-A7B3-5B64A61EEF47}" destId="{55697FE7-B4DF-4E16-9919-A5591EA25708}" srcOrd="1" destOrd="0" presId="urn:microsoft.com/office/officeart/2005/8/layout/orgChart1"/>
    <dgm:cxn modelId="{DB3A87A4-6818-4B55-AF19-9087E7C568A9}" type="presParOf" srcId="{AA235776-91E6-40AB-A7B3-5B64A61EEF47}" destId="{D11EFDAA-63A6-45A4-B400-52E5D18B1B2C}" srcOrd="2" destOrd="0" presId="urn:microsoft.com/office/officeart/2005/8/layout/orgChart1"/>
    <dgm:cxn modelId="{AFDE076E-7D90-4219-9003-50EAD4F529FE}" type="presParOf" srcId="{D4845D2F-FB4E-4182-9718-DD47BA9B2574}" destId="{621EB941-7B38-4EE9-B095-56C8E76EBB2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8D27AE-4AA2-4F50-A128-D5A7EFC0343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7636E2-6710-4883-88C4-35A8A7273CA4}">
      <dgm:prSet phldrT="[Text]" custT="1"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 sz="600" b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Manager</a:t>
          </a:r>
        </a:p>
        <a:p>
          <a:r>
            <a: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Juan Uribe</a:t>
          </a:r>
        </a:p>
      </dgm:t>
    </dgm:pt>
    <dgm:pt modelId="{7AD41FB2-77E2-4B49-9813-9A9BCFBC4F99}" type="sibTrans" cxnId="{91248730-BDD9-4B9D-93B9-E72FCBF91D14}">
      <dgm:prSet/>
      <dgm:spPr/>
      <dgm:t>
        <a:bodyPr/>
        <a:lstStyle/>
        <a:p>
          <a:endParaRPr lang="en-US"/>
        </a:p>
      </dgm:t>
    </dgm:pt>
    <dgm:pt modelId="{6C963877-6144-4179-A4F8-52C90A84BE6B}" type="parTrans" cxnId="{91248730-BDD9-4B9D-93B9-E72FCBF91D14}">
      <dgm:prSet/>
      <dgm:spPr/>
      <dgm:t>
        <a:bodyPr/>
        <a:lstStyle/>
        <a:p>
          <a:endParaRPr lang="en-US"/>
        </a:p>
      </dgm:t>
    </dgm:pt>
    <dgm:pt modelId="{8DEFD422-8341-48FF-9BBF-7D9A903CB912}">
      <dgm:prSet phldrT="[Text]"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 b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Leader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Felipe Maragaño</a:t>
          </a:r>
        </a:p>
      </dgm:t>
    </dgm:pt>
    <dgm:pt modelId="{A742E06B-ADCF-430B-AE38-0FD1F930CBD0}" type="sibTrans" cxnId="{95C0C369-B3DA-44D6-8C1C-0DB9A167673F}">
      <dgm:prSet/>
      <dgm:spPr/>
      <dgm:t>
        <a:bodyPr/>
        <a:lstStyle/>
        <a:p>
          <a:endParaRPr lang="en-US"/>
        </a:p>
      </dgm:t>
    </dgm:pt>
    <dgm:pt modelId="{4E7320EB-7503-476B-AB24-71F2EECC2BA3}" type="parTrans" cxnId="{95C0C369-B3DA-44D6-8C1C-0DB9A167673F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n w="6350">
              <a:solidFill>
                <a:schemeClr val="tx1"/>
              </a:solidFill>
            </a:ln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52B36F-ADD3-4304-AAC0-63139354E058}">
      <dgm:prSet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Samir Jara</a:t>
          </a:r>
        </a:p>
      </dgm:t>
    </dgm:pt>
    <dgm:pt modelId="{AB25622E-9247-4BC9-A7E0-1B0EC242585C}" type="sibTrans" cxnId="{7B3E6C4C-FE01-49F4-8A49-420F8F78B80D}">
      <dgm:prSet/>
      <dgm:spPr/>
      <dgm:t>
        <a:bodyPr/>
        <a:lstStyle/>
        <a:p>
          <a:endParaRPr lang="en-US"/>
        </a:p>
      </dgm:t>
    </dgm:pt>
    <dgm:pt modelId="{44654D44-B62D-4D86-9A61-AFA398EB93DB}" type="parTrans" cxnId="{7B3E6C4C-FE01-49F4-8A49-420F8F78B80D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n w="6350">
              <a:solidFill>
                <a:schemeClr val="tx1"/>
              </a:solidFill>
            </a:ln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F5A16B-0918-4407-B2C5-6155E7D6A4F0}">
      <dgm:prSet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Claudio Carvacho</a:t>
          </a:r>
        </a:p>
      </dgm:t>
    </dgm:pt>
    <dgm:pt modelId="{5537A7D7-4FBC-4889-B37A-3F933A73B68C}" type="sibTrans" cxnId="{2FACD7C4-C493-4407-B4E6-B5CAE0683BBE}">
      <dgm:prSet/>
      <dgm:spPr/>
      <dgm:t>
        <a:bodyPr/>
        <a:lstStyle/>
        <a:p>
          <a:endParaRPr lang="en-US"/>
        </a:p>
      </dgm:t>
    </dgm:pt>
    <dgm:pt modelId="{89D180A2-FBB3-433C-87A6-143B42B71C80}" type="parTrans" cxnId="{2FACD7C4-C493-4407-B4E6-B5CAE0683BBE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7ACF86-632C-42F1-A206-9DC3BF4AE536}">
      <dgm:prSet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Rodolfo Quero</a:t>
          </a:r>
        </a:p>
      </dgm:t>
    </dgm:pt>
    <dgm:pt modelId="{146523A9-12A3-487F-B618-C47E2F0318C9}" type="sibTrans" cxnId="{36BFC1C7-89BD-407F-A207-91FA147536C3}">
      <dgm:prSet/>
      <dgm:spPr/>
      <dgm:t>
        <a:bodyPr/>
        <a:lstStyle/>
        <a:p>
          <a:endParaRPr lang="en-US"/>
        </a:p>
      </dgm:t>
    </dgm:pt>
    <dgm:pt modelId="{6277D00C-FC8F-4220-9ED9-3AAD64444842}" type="parTrans" cxnId="{36BFC1C7-89BD-407F-A207-91FA147536C3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n w="6350">
              <a:solidFill>
                <a:schemeClr val="tx1"/>
              </a:solidFill>
            </a:ln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55EBF3-49A3-4962-A0AF-0BF94D83E497}">
      <dgm:prSet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Bryams Kobek</a:t>
          </a:r>
        </a:p>
      </dgm:t>
    </dgm:pt>
    <dgm:pt modelId="{416B77D1-EFC5-4E15-801C-EA2AC17953AD}" type="sibTrans" cxnId="{B7010027-526C-4638-9969-232FB81CE105}">
      <dgm:prSet/>
      <dgm:spPr/>
      <dgm:t>
        <a:bodyPr/>
        <a:lstStyle/>
        <a:p>
          <a:endParaRPr lang="en-US"/>
        </a:p>
      </dgm:t>
    </dgm:pt>
    <dgm:pt modelId="{2943D169-265C-4FA8-8D42-64C62F78983C}" type="parTrans" cxnId="{B7010027-526C-4638-9969-232FB81CE105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n w="6350">
              <a:solidFill>
                <a:schemeClr val="tx1"/>
              </a:solidFill>
            </a:ln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A5FAD2-C1B8-4C82-950A-A62D29783999}" type="asst">
      <dgm:prSet/>
      <dgm:spPr>
        <a:solidFill>
          <a:srgbClr val="D4ECBA"/>
        </a:solidFill>
        <a:ln w="12700">
          <a:noFill/>
        </a:ln>
      </dgm:spPr>
      <dgm:t>
        <a:bodyPr/>
        <a:lstStyle/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HSE on Site </a:t>
          </a:r>
        </a:p>
        <a:p>
          <a:r>
            <a:rPr lang="en-US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Constanza Sanchez</a:t>
          </a:r>
        </a:p>
      </dgm:t>
    </dgm:pt>
    <dgm:pt modelId="{7FC120B2-3C49-483D-803C-88DB64FD8747}" type="sibTrans" cxnId="{CB8C73C6-B58A-4DA6-87A3-BCFF7829BC9C}">
      <dgm:prSet/>
      <dgm:spPr/>
      <dgm:t>
        <a:bodyPr/>
        <a:lstStyle/>
        <a:p>
          <a:endParaRPr lang="en-US"/>
        </a:p>
      </dgm:t>
    </dgm:pt>
    <dgm:pt modelId="{747936D7-08CE-4128-9F0B-B662F5165CA5}" type="parTrans" cxnId="{CB8C73C6-B58A-4DA6-87A3-BCFF7829BC9C}">
      <dgm:prSet/>
      <dgm:spPr>
        <a:ln w="6350">
          <a:solidFill>
            <a:srgbClr val="B3B3B3"/>
          </a:solidFill>
        </a:ln>
      </dgm:spPr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7A76B3-2D3E-4963-BC18-43FF3934BD28}" type="pres">
      <dgm:prSet presAssocID="{378D27AE-4AA2-4F50-A128-D5A7EFC0343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67C763-3D7E-44C6-9838-864B475D30EF}" type="pres">
      <dgm:prSet presAssocID="{667636E2-6710-4883-88C4-35A8A7273CA4}" presName="hierRoot1" presStyleCnt="0">
        <dgm:presLayoutVars>
          <dgm:hierBranch val="init"/>
        </dgm:presLayoutVars>
      </dgm:prSet>
      <dgm:spPr/>
    </dgm:pt>
    <dgm:pt modelId="{1689E612-7A30-4184-B508-B2DB0AB54F46}" type="pres">
      <dgm:prSet presAssocID="{667636E2-6710-4883-88C4-35A8A7273CA4}" presName="rootComposite1" presStyleCnt="0"/>
      <dgm:spPr/>
    </dgm:pt>
    <dgm:pt modelId="{D3F458F0-97E5-4B05-A301-2E5C7CF8882D}" type="pres">
      <dgm:prSet presAssocID="{667636E2-6710-4883-88C4-35A8A7273CA4}" presName="rootText1" presStyleLbl="node0" presStyleIdx="0" presStyleCnt="1">
        <dgm:presLayoutVars>
          <dgm:chPref val="3"/>
        </dgm:presLayoutVars>
      </dgm:prSet>
      <dgm:spPr/>
    </dgm:pt>
    <dgm:pt modelId="{40E28981-5E02-42AB-8B43-1C39B5FB4282}" type="pres">
      <dgm:prSet presAssocID="{667636E2-6710-4883-88C4-35A8A7273CA4}" presName="rootConnector1" presStyleLbl="node1" presStyleIdx="0" presStyleCnt="0"/>
      <dgm:spPr/>
    </dgm:pt>
    <dgm:pt modelId="{47AE62B9-C089-4C40-8559-97599F27995F}" type="pres">
      <dgm:prSet presAssocID="{667636E2-6710-4883-88C4-35A8A7273CA4}" presName="hierChild2" presStyleCnt="0"/>
      <dgm:spPr/>
    </dgm:pt>
    <dgm:pt modelId="{51EFA03F-E358-4626-B674-095951F74C36}" type="pres">
      <dgm:prSet presAssocID="{4E7320EB-7503-476B-AB24-71F2EECC2BA3}" presName="Name37" presStyleLbl="parChTrans1D2" presStyleIdx="0" presStyleCnt="2"/>
      <dgm:spPr/>
    </dgm:pt>
    <dgm:pt modelId="{B1F339D0-DA2C-4716-94C6-ADB3AF3CC701}" type="pres">
      <dgm:prSet presAssocID="{8DEFD422-8341-48FF-9BBF-7D9A903CB912}" presName="hierRoot2" presStyleCnt="0">
        <dgm:presLayoutVars>
          <dgm:hierBranch/>
        </dgm:presLayoutVars>
      </dgm:prSet>
      <dgm:spPr/>
    </dgm:pt>
    <dgm:pt modelId="{0E634256-C471-41AA-B822-D529BDDC809D}" type="pres">
      <dgm:prSet presAssocID="{8DEFD422-8341-48FF-9BBF-7D9A903CB912}" presName="rootComposite" presStyleCnt="0"/>
      <dgm:spPr/>
    </dgm:pt>
    <dgm:pt modelId="{23FC8907-91D2-4ACA-98B0-A1DC5C270CC5}" type="pres">
      <dgm:prSet presAssocID="{8DEFD422-8341-48FF-9BBF-7D9A903CB912}" presName="rootText" presStyleLbl="node2" presStyleIdx="0" presStyleCnt="1">
        <dgm:presLayoutVars>
          <dgm:chPref val="3"/>
        </dgm:presLayoutVars>
      </dgm:prSet>
      <dgm:spPr/>
    </dgm:pt>
    <dgm:pt modelId="{357242CD-0B81-43AA-9648-F6F4D0389E26}" type="pres">
      <dgm:prSet presAssocID="{8DEFD422-8341-48FF-9BBF-7D9A903CB912}" presName="rootConnector" presStyleLbl="node2" presStyleIdx="0" presStyleCnt="1"/>
      <dgm:spPr/>
    </dgm:pt>
    <dgm:pt modelId="{6F5ECACB-CE5F-4C9F-BFF3-DECED55CB1E1}" type="pres">
      <dgm:prSet presAssocID="{8DEFD422-8341-48FF-9BBF-7D9A903CB912}" presName="hierChild4" presStyleCnt="0"/>
      <dgm:spPr/>
    </dgm:pt>
    <dgm:pt modelId="{916A320B-22D2-418A-AA83-0E320A198915}" type="pres">
      <dgm:prSet presAssocID="{44654D44-B62D-4D86-9A61-AFA398EB93DB}" presName="Name35" presStyleLbl="parChTrans1D3" presStyleIdx="0" presStyleCnt="4"/>
      <dgm:spPr/>
    </dgm:pt>
    <dgm:pt modelId="{61F76028-114F-4867-AE62-845D0B93CC5B}" type="pres">
      <dgm:prSet presAssocID="{F552B36F-ADD3-4304-AAC0-63139354E058}" presName="hierRoot2" presStyleCnt="0">
        <dgm:presLayoutVars>
          <dgm:hierBranch val="init"/>
        </dgm:presLayoutVars>
      </dgm:prSet>
      <dgm:spPr/>
    </dgm:pt>
    <dgm:pt modelId="{E15F5AF9-6A8A-4573-A42F-EB0BD0442D57}" type="pres">
      <dgm:prSet presAssocID="{F552B36F-ADD3-4304-AAC0-63139354E058}" presName="rootComposite" presStyleCnt="0"/>
      <dgm:spPr/>
    </dgm:pt>
    <dgm:pt modelId="{9714B159-39DE-4743-BB2F-941324A182B4}" type="pres">
      <dgm:prSet presAssocID="{F552B36F-ADD3-4304-AAC0-63139354E058}" presName="rootText" presStyleLbl="node3" presStyleIdx="0" presStyleCnt="4" custLinFactNeighborX="-29" custLinFactNeighborY="-1467">
        <dgm:presLayoutVars>
          <dgm:chPref val="3"/>
        </dgm:presLayoutVars>
      </dgm:prSet>
      <dgm:spPr/>
    </dgm:pt>
    <dgm:pt modelId="{9256875A-F683-48BB-A856-4E55A86AF820}" type="pres">
      <dgm:prSet presAssocID="{F552B36F-ADD3-4304-AAC0-63139354E058}" presName="rootConnector" presStyleLbl="node3" presStyleIdx="0" presStyleCnt="4"/>
      <dgm:spPr/>
    </dgm:pt>
    <dgm:pt modelId="{7511DC66-1AAD-4E31-B61A-4161B5E28AEC}" type="pres">
      <dgm:prSet presAssocID="{F552B36F-ADD3-4304-AAC0-63139354E058}" presName="hierChild4" presStyleCnt="0"/>
      <dgm:spPr/>
    </dgm:pt>
    <dgm:pt modelId="{A9DB8238-6583-4B78-BC68-D374651F30E0}" type="pres">
      <dgm:prSet presAssocID="{F552B36F-ADD3-4304-AAC0-63139354E058}" presName="hierChild5" presStyleCnt="0"/>
      <dgm:spPr/>
    </dgm:pt>
    <dgm:pt modelId="{8AEFC4F6-5606-4B85-81EE-EA736AB6CF46}" type="pres">
      <dgm:prSet presAssocID="{89D180A2-FBB3-433C-87A6-143B42B71C80}" presName="Name35" presStyleLbl="parChTrans1D3" presStyleIdx="1" presStyleCnt="4"/>
      <dgm:spPr/>
    </dgm:pt>
    <dgm:pt modelId="{B0605CCE-592C-49AB-A11B-C32F5E850A5B}" type="pres">
      <dgm:prSet presAssocID="{29F5A16B-0918-4407-B2C5-6155E7D6A4F0}" presName="hierRoot2" presStyleCnt="0">
        <dgm:presLayoutVars>
          <dgm:hierBranch val="init"/>
        </dgm:presLayoutVars>
      </dgm:prSet>
      <dgm:spPr/>
    </dgm:pt>
    <dgm:pt modelId="{1B4F422A-F755-44B7-A937-BFA3BC51DFC0}" type="pres">
      <dgm:prSet presAssocID="{29F5A16B-0918-4407-B2C5-6155E7D6A4F0}" presName="rootComposite" presStyleCnt="0"/>
      <dgm:spPr/>
    </dgm:pt>
    <dgm:pt modelId="{C8552026-B418-4DFD-8E5F-8BB1C761658A}" type="pres">
      <dgm:prSet presAssocID="{29F5A16B-0918-4407-B2C5-6155E7D6A4F0}" presName="rootText" presStyleLbl="node3" presStyleIdx="1" presStyleCnt="4">
        <dgm:presLayoutVars>
          <dgm:chPref val="3"/>
        </dgm:presLayoutVars>
      </dgm:prSet>
      <dgm:spPr/>
    </dgm:pt>
    <dgm:pt modelId="{367BA37C-4605-421B-B4AE-9BD435E48207}" type="pres">
      <dgm:prSet presAssocID="{29F5A16B-0918-4407-B2C5-6155E7D6A4F0}" presName="rootConnector" presStyleLbl="node3" presStyleIdx="1" presStyleCnt="4"/>
      <dgm:spPr/>
    </dgm:pt>
    <dgm:pt modelId="{89BEF191-0071-4480-9EA1-2B2E97220938}" type="pres">
      <dgm:prSet presAssocID="{29F5A16B-0918-4407-B2C5-6155E7D6A4F0}" presName="hierChild4" presStyleCnt="0"/>
      <dgm:spPr/>
    </dgm:pt>
    <dgm:pt modelId="{65BA2F9F-46F7-410C-8032-912A32CE703D}" type="pres">
      <dgm:prSet presAssocID="{29F5A16B-0918-4407-B2C5-6155E7D6A4F0}" presName="hierChild5" presStyleCnt="0"/>
      <dgm:spPr/>
    </dgm:pt>
    <dgm:pt modelId="{671B37BD-D591-402A-9AE2-CE83A5C8895A}" type="pres">
      <dgm:prSet presAssocID="{6277D00C-FC8F-4220-9ED9-3AAD64444842}" presName="Name35" presStyleLbl="parChTrans1D3" presStyleIdx="2" presStyleCnt="4"/>
      <dgm:spPr/>
    </dgm:pt>
    <dgm:pt modelId="{037B00DF-43C6-4153-A3F8-F936B80F8874}" type="pres">
      <dgm:prSet presAssocID="{D57ACF86-632C-42F1-A206-9DC3BF4AE536}" presName="hierRoot2" presStyleCnt="0">
        <dgm:presLayoutVars>
          <dgm:hierBranch val="init"/>
        </dgm:presLayoutVars>
      </dgm:prSet>
      <dgm:spPr/>
    </dgm:pt>
    <dgm:pt modelId="{A65AFF11-5393-4720-9E73-25518673F699}" type="pres">
      <dgm:prSet presAssocID="{D57ACF86-632C-42F1-A206-9DC3BF4AE536}" presName="rootComposite" presStyleCnt="0"/>
      <dgm:spPr/>
    </dgm:pt>
    <dgm:pt modelId="{138BCC87-288F-49C8-B07B-375423189FD7}" type="pres">
      <dgm:prSet presAssocID="{D57ACF86-632C-42F1-A206-9DC3BF4AE536}" presName="rootText" presStyleLbl="node3" presStyleIdx="2" presStyleCnt="4">
        <dgm:presLayoutVars>
          <dgm:chPref val="3"/>
        </dgm:presLayoutVars>
      </dgm:prSet>
      <dgm:spPr/>
    </dgm:pt>
    <dgm:pt modelId="{393A96F2-08B3-4934-94E6-2B3B24AE970F}" type="pres">
      <dgm:prSet presAssocID="{D57ACF86-632C-42F1-A206-9DC3BF4AE536}" presName="rootConnector" presStyleLbl="node3" presStyleIdx="2" presStyleCnt="4"/>
      <dgm:spPr/>
    </dgm:pt>
    <dgm:pt modelId="{A2108E24-2652-4DE8-8729-8F06CF18F737}" type="pres">
      <dgm:prSet presAssocID="{D57ACF86-632C-42F1-A206-9DC3BF4AE536}" presName="hierChild4" presStyleCnt="0"/>
      <dgm:spPr/>
    </dgm:pt>
    <dgm:pt modelId="{65E502C4-98A3-4430-AFC2-F2D8D6472510}" type="pres">
      <dgm:prSet presAssocID="{D57ACF86-632C-42F1-A206-9DC3BF4AE536}" presName="hierChild5" presStyleCnt="0"/>
      <dgm:spPr/>
    </dgm:pt>
    <dgm:pt modelId="{3EC45875-F9DA-47B9-9F2A-ED3440EB3F31}" type="pres">
      <dgm:prSet presAssocID="{2943D169-265C-4FA8-8D42-64C62F78983C}" presName="Name35" presStyleLbl="parChTrans1D3" presStyleIdx="3" presStyleCnt="4"/>
      <dgm:spPr/>
    </dgm:pt>
    <dgm:pt modelId="{66C6891D-5A84-4D31-B0C7-46CBAD303D4C}" type="pres">
      <dgm:prSet presAssocID="{8C55EBF3-49A3-4962-A0AF-0BF94D83E497}" presName="hierRoot2" presStyleCnt="0">
        <dgm:presLayoutVars>
          <dgm:hierBranch val="init"/>
        </dgm:presLayoutVars>
      </dgm:prSet>
      <dgm:spPr/>
    </dgm:pt>
    <dgm:pt modelId="{EFE1E0AE-48AE-4987-B3E4-44ADFEA27793}" type="pres">
      <dgm:prSet presAssocID="{8C55EBF3-49A3-4962-A0AF-0BF94D83E497}" presName="rootComposite" presStyleCnt="0"/>
      <dgm:spPr/>
    </dgm:pt>
    <dgm:pt modelId="{BABDB92B-BB17-4F5D-BD57-0A26BB22D57E}" type="pres">
      <dgm:prSet presAssocID="{8C55EBF3-49A3-4962-A0AF-0BF94D83E497}" presName="rootText" presStyleLbl="node3" presStyleIdx="3" presStyleCnt="4">
        <dgm:presLayoutVars>
          <dgm:chPref val="3"/>
        </dgm:presLayoutVars>
      </dgm:prSet>
      <dgm:spPr/>
    </dgm:pt>
    <dgm:pt modelId="{08A8CA0C-BE16-4504-9927-C6EC5298FF14}" type="pres">
      <dgm:prSet presAssocID="{8C55EBF3-49A3-4962-A0AF-0BF94D83E497}" presName="rootConnector" presStyleLbl="node3" presStyleIdx="3" presStyleCnt="4"/>
      <dgm:spPr/>
    </dgm:pt>
    <dgm:pt modelId="{33E7143C-2B14-4EDA-B7B8-E5F39B863A97}" type="pres">
      <dgm:prSet presAssocID="{8C55EBF3-49A3-4962-A0AF-0BF94D83E497}" presName="hierChild4" presStyleCnt="0"/>
      <dgm:spPr/>
    </dgm:pt>
    <dgm:pt modelId="{9CDB93BE-2633-4FF4-AF08-0794672AFCBD}" type="pres">
      <dgm:prSet presAssocID="{8C55EBF3-49A3-4962-A0AF-0BF94D83E497}" presName="hierChild5" presStyleCnt="0"/>
      <dgm:spPr/>
    </dgm:pt>
    <dgm:pt modelId="{884DF04D-4307-4DAF-B63F-85E00F53DEFD}" type="pres">
      <dgm:prSet presAssocID="{8DEFD422-8341-48FF-9BBF-7D9A903CB912}" presName="hierChild5" presStyleCnt="0"/>
      <dgm:spPr/>
    </dgm:pt>
    <dgm:pt modelId="{A0152BEE-84E0-4693-82FE-F043A72FE5B2}" type="pres">
      <dgm:prSet presAssocID="{667636E2-6710-4883-88C4-35A8A7273CA4}" presName="hierChild3" presStyleCnt="0"/>
      <dgm:spPr/>
    </dgm:pt>
    <dgm:pt modelId="{CF3C6767-D2FB-47B0-97E8-6B447D11115D}" type="pres">
      <dgm:prSet presAssocID="{747936D7-08CE-4128-9F0B-B662F5165CA5}" presName="Name111" presStyleLbl="parChTrans1D2" presStyleIdx="1" presStyleCnt="2"/>
      <dgm:spPr/>
    </dgm:pt>
    <dgm:pt modelId="{3EE16512-CF44-4107-B231-AC5C3B81E9EE}" type="pres">
      <dgm:prSet presAssocID="{F7A5FAD2-C1B8-4C82-950A-A62D29783999}" presName="hierRoot3" presStyleCnt="0">
        <dgm:presLayoutVars>
          <dgm:hierBranch val="init"/>
        </dgm:presLayoutVars>
      </dgm:prSet>
      <dgm:spPr/>
    </dgm:pt>
    <dgm:pt modelId="{3173D2DD-6AE2-4F10-8B52-EECA7602264C}" type="pres">
      <dgm:prSet presAssocID="{F7A5FAD2-C1B8-4C82-950A-A62D29783999}" presName="rootComposite3" presStyleCnt="0"/>
      <dgm:spPr/>
    </dgm:pt>
    <dgm:pt modelId="{1CA2D2D2-2F21-46A8-85E9-27067080D4D3}" type="pres">
      <dgm:prSet presAssocID="{F7A5FAD2-C1B8-4C82-950A-A62D29783999}" presName="rootText3" presStyleLbl="asst1" presStyleIdx="0" presStyleCnt="1">
        <dgm:presLayoutVars>
          <dgm:chPref val="3"/>
        </dgm:presLayoutVars>
      </dgm:prSet>
      <dgm:spPr/>
    </dgm:pt>
    <dgm:pt modelId="{B3560B0B-5900-478D-A1A3-3D4F847E7E59}" type="pres">
      <dgm:prSet presAssocID="{F7A5FAD2-C1B8-4C82-950A-A62D29783999}" presName="rootConnector3" presStyleLbl="asst1" presStyleIdx="0" presStyleCnt="1"/>
      <dgm:spPr/>
    </dgm:pt>
    <dgm:pt modelId="{D82A203C-BCAD-45DE-B0E3-06B2B8F8390E}" type="pres">
      <dgm:prSet presAssocID="{F7A5FAD2-C1B8-4C82-950A-A62D29783999}" presName="hierChild6" presStyleCnt="0"/>
      <dgm:spPr/>
    </dgm:pt>
    <dgm:pt modelId="{DB22D4F4-14B9-41E8-8793-248E5E7982CB}" type="pres">
      <dgm:prSet presAssocID="{F7A5FAD2-C1B8-4C82-950A-A62D29783999}" presName="hierChild7" presStyleCnt="0"/>
      <dgm:spPr/>
    </dgm:pt>
  </dgm:ptLst>
  <dgm:cxnLst>
    <dgm:cxn modelId="{6B1CFA1B-AC16-41EF-B6DD-C290AE724D0B}" type="presOf" srcId="{667636E2-6710-4883-88C4-35A8A7273CA4}" destId="{D3F458F0-97E5-4B05-A301-2E5C7CF8882D}" srcOrd="0" destOrd="0" presId="urn:microsoft.com/office/officeart/2005/8/layout/orgChart1"/>
    <dgm:cxn modelId="{B7010027-526C-4638-9969-232FB81CE105}" srcId="{8DEFD422-8341-48FF-9BBF-7D9A903CB912}" destId="{8C55EBF3-49A3-4962-A0AF-0BF94D83E497}" srcOrd="3" destOrd="0" parTransId="{2943D169-265C-4FA8-8D42-64C62F78983C}" sibTransId="{416B77D1-EFC5-4E15-801C-EA2AC17953AD}"/>
    <dgm:cxn modelId="{6E61A128-741A-447A-9788-4F2EB4FA6D6A}" type="presOf" srcId="{8C55EBF3-49A3-4962-A0AF-0BF94D83E497}" destId="{08A8CA0C-BE16-4504-9927-C6EC5298FF14}" srcOrd="1" destOrd="0" presId="urn:microsoft.com/office/officeart/2005/8/layout/orgChart1"/>
    <dgm:cxn modelId="{4E9CA728-78AE-4AD7-9395-E7B5301CBE4D}" type="presOf" srcId="{29F5A16B-0918-4407-B2C5-6155E7D6A4F0}" destId="{367BA37C-4605-421B-B4AE-9BD435E48207}" srcOrd="1" destOrd="0" presId="urn:microsoft.com/office/officeart/2005/8/layout/orgChart1"/>
    <dgm:cxn modelId="{91248730-BDD9-4B9D-93B9-E72FCBF91D14}" srcId="{378D27AE-4AA2-4F50-A128-D5A7EFC03437}" destId="{667636E2-6710-4883-88C4-35A8A7273CA4}" srcOrd="0" destOrd="0" parTransId="{6C963877-6144-4179-A4F8-52C90A84BE6B}" sibTransId="{7AD41FB2-77E2-4B49-9813-9A9BCFBC4F99}"/>
    <dgm:cxn modelId="{BE636E37-D5E2-40B8-A513-24F344CA9795}" type="presOf" srcId="{8DEFD422-8341-48FF-9BBF-7D9A903CB912}" destId="{23FC8907-91D2-4ACA-98B0-A1DC5C270CC5}" srcOrd="0" destOrd="0" presId="urn:microsoft.com/office/officeart/2005/8/layout/orgChart1"/>
    <dgm:cxn modelId="{CE790967-48FA-41B3-8442-0C7F75722EB8}" type="presOf" srcId="{2943D169-265C-4FA8-8D42-64C62F78983C}" destId="{3EC45875-F9DA-47B9-9F2A-ED3440EB3F31}" srcOrd="0" destOrd="0" presId="urn:microsoft.com/office/officeart/2005/8/layout/orgChart1"/>
    <dgm:cxn modelId="{95C0C369-B3DA-44D6-8C1C-0DB9A167673F}" srcId="{667636E2-6710-4883-88C4-35A8A7273CA4}" destId="{8DEFD422-8341-48FF-9BBF-7D9A903CB912}" srcOrd="0" destOrd="0" parTransId="{4E7320EB-7503-476B-AB24-71F2EECC2BA3}" sibTransId="{A742E06B-ADCF-430B-AE38-0FD1F930CBD0}"/>
    <dgm:cxn modelId="{7B3E6C4C-FE01-49F4-8A49-420F8F78B80D}" srcId="{8DEFD422-8341-48FF-9BBF-7D9A903CB912}" destId="{F552B36F-ADD3-4304-AAC0-63139354E058}" srcOrd="0" destOrd="0" parTransId="{44654D44-B62D-4D86-9A61-AFA398EB93DB}" sibTransId="{AB25622E-9247-4BC9-A7E0-1B0EC242585C}"/>
    <dgm:cxn modelId="{7C488E4E-8E96-4225-B585-9F8D1F915D95}" type="presOf" srcId="{29F5A16B-0918-4407-B2C5-6155E7D6A4F0}" destId="{C8552026-B418-4DFD-8E5F-8BB1C761658A}" srcOrd="0" destOrd="0" presId="urn:microsoft.com/office/officeart/2005/8/layout/orgChart1"/>
    <dgm:cxn modelId="{3A234155-3BAA-408A-85C2-9EFE85D063DB}" type="presOf" srcId="{89D180A2-FBB3-433C-87A6-143B42B71C80}" destId="{8AEFC4F6-5606-4B85-81EE-EA736AB6CF46}" srcOrd="0" destOrd="0" presId="urn:microsoft.com/office/officeart/2005/8/layout/orgChart1"/>
    <dgm:cxn modelId="{41499E58-BEF5-4FA0-93B4-19A308725C66}" type="presOf" srcId="{4E7320EB-7503-476B-AB24-71F2EECC2BA3}" destId="{51EFA03F-E358-4626-B674-095951F74C36}" srcOrd="0" destOrd="0" presId="urn:microsoft.com/office/officeart/2005/8/layout/orgChart1"/>
    <dgm:cxn modelId="{3471BD81-C05E-468D-8F14-AEB42A85A3F4}" type="presOf" srcId="{F7A5FAD2-C1B8-4C82-950A-A62D29783999}" destId="{B3560B0B-5900-478D-A1A3-3D4F847E7E59}" srcOrd="1" destOrd="0" presId="urn:microsoft.com/office/officeart/2005/8/layout/orgChart1"/>
    <dgm:cxn modelId="{8AE56294-113F-4FBC-993D-9757625BD373}" type="presOf" srcId="{D57ACF86-632C-42F1-A206-9DC3BF4AE536}" destId="{393A96F2-08B3-4934-94E6-2B3B24AE970F}" srcOrd="1" destOrd="0" presId="urn:microsoft.com/office/officeart/2005/8/layout/orgChart1"/>
    <dgm:cxn modelId="{18628F9D-0786-4555-915C-6CF58B144965}" type="presOf" srcId="{F7A5FAD2-C1B8-4C82-950A-A62D29783999}" destId="{1CA2D2D2-2F21-46A8-85E9-27067080D4D3}" srcOrd="0" destOrd="0" presId="urn:microsoft.com/office/officeart/2005/8/layout/orgChart1"/>
    <dgm:cxn modelId="{DE6D41B4-A163-4FE9-972D-64D89E226289}" type="presOf" srcId="{747936D7-08CE-4128-9F0B-B662F5165CA5}" destId="{CF3C6767-D2FB-47B0-97E8-6B447D11115D}" srcOrd="0" destOrd="0" presId="urn:microsoft.com/office/officeart/2005/8/layout/orgChart1"/>
    <dgm:cxn modelId="{C3751FB7-92BC-4C4F-A042-228BC2763894}" type="presOf" srcId="{6277D00C-FC8F-4220-9ED9-3AAD64444842}" destId="{671B37BD-D591-402A-9AE2-CE83A5C8895A}" srcOrd="0" destOrd="0" presId="urn:microsoft.com/office/officeart/2005/8/layout/orgChart1"/>
    <dgm:cxn modelId="{1E8191C1-3B08-48A7-BC7A-D09405E79414}" type="presOf" srcId="{8C55EBF3-49A3-4962-A0AF-0BF94D83E497}" destId="{BABDB92B-BB17-4F5D-BD57-0A26BB22D57E}" srcOrd="0" destOrd="0" presId="urn:microsoft.com/office/officeart/2005/8/layout/orgChart1"/>
    <dgm:cxn modelId="{2FACD7C4-C493-4407-B4E6-B5CAE0683BBE}" srcId="{8DEFD422-8341-48FF-9BBF-7D9A903CB912}" destId="{29F5A16B-0918-4407-B2C5-6155E7D6A4F0}" srcOrd="1" destOrd="0" parTransId="{89D180A2-FBB3-433C-87A6-143B42B71C80}" sibTransId="{5537A7D7-4FBC-4889-B37A-3F933A73B68C}"/>
    <dgm:cxn modelId="{CB8C73C6-B58A-4DA6-87A3-BCFF7829BC9C}" srcId="{667636E2-6710-4883-88C4-35A8A7273CA4}" destId="{F7A5FAD2-C1B8-4C82-950A-A62D29783999}" srcOrd="1" destOrd="0" parTransId="{747936D7-08CE-4128-9F0B-B662F5165CA5}" sibTransId="{7FC120B2-3C49-483D-803C-88DB64FD8747}"/>
    <dgm:cxn modelId="{36BFC1C7-89BD-407F-A207-91FA147536C3}" srcId="{8DEFD422-8341-48FF-9BBF-7D9A903CB912}" destId="{D57ACF86-632C-42F1-A206-9DC3BF4AE536}" srcOrd="2" destOrd="0" parTransId="{6277D00C-FC8F-4220-9ED9-3AAD64444842}" sibTransId="{146523A9-12A3-487F-B618-C47E2F0318C9}"/>
    <dgm:cxn modelId="{47D9CCE9-D4E4-4506-9775-16EDE1A7D877}" type="presOf" srcId="{378D27AE-4AA2-4F50-A128-D5A7EFC03437}" destId="{5B7A76B3-2D3E-4963-BC18-43FF3934BD28}" srcOrd="0" destOrd="0" presId="urn:microsoft.com/office/officeart/2005/8/layout/orgChart1"/>
    <dgm:cxn modelId="{BF0F32EE-4A0C-43FE-8D0B-5FB516F22D70}" type="presOf" srcId="{F552B36F-ADD3-4304-AAC0-63139354E058}" destId="{9256875A-F683-48BB-A856-4E55A86AF820}" srcOrd="1" destOrd="0" presId="urn:microsoft.com/office/officeart/2005/8/layout/orgChart1"/>
    <dgm:cxn modelId="{2C8D0DF1-1072-4735-A00F-4E0C211AA90D}" type="presOf" srcId="{44654D44-B62D-4D86-9A61-AFA398EB93DB}" destId="{916A320B-22D2-418A-AA83-0E320A198915}" srcOrd="0" destOrd="0" presId="urn:microsoft.com/office/officeart/2005/8/layout/orgChart1"/>
    <dgm:cxn modelId="{2CAD3DF3-BF5A-42DD-AD03-172EB1B3D5A9}" type="presOf" srcId="{667636E2-6710-4883-88C4-35A8A7273CA4}" destId="{40E28981-5E02-42AB-8B43-1C39B5FB4282}" srcOrd="1" destOrd="0" presId="urn:microsoft.com/office/officeart/2005/8/layout/orgChart1"/>
    <dgm:cxn modelId="{680B4FF6-0021-49DF-BA8A-85480C6BF88F}" type="presOf" srcId="{D57ACF86-632C-42F1-A206-9DC3BF4AE536}" destId="{138BCC87-288F-49C8-B07B-375423189FD7}" srcOrd="0" destOrd="0" presId="urn:microsoft.com/office/officeart/2005/8/layout/orgChart1"/>
    <dgm:cxn modelId="{8AD158F9-3989-42E2-B763-D563B1429B48}" type="presOf" srcId="{F552B36F-ADD3-4304-AAC0-63139354E058}" destId="{9714B159-39DE-4743-BB2F-941324A182B4}" srcOrd="0" destOrd="0" presId="urn:microsoft.com/office/officeart/2005/8/layout/orgChart1"/>
    <dgm:cxn modelId="{BB25B1FB-80DD-40DE-A118-057D3F24B6D2}" type="presOf" srcId="{8DEFD422-8341-48FF-9BBF-7D9A903CB912}" destId="{357242CD-0B81-43AA-9648-F6F4D0389E26}" srcOrd="1" destOrd="0" presId="urn:microsoft.com/office/officeart/2005/8/layout/orgChart1"/>
    <dgm:cxn modelId="{95CED0B4-FEBF-4513-A13B-4DCDFA8619D4}" type="presParOf" srcId="{5B7A76B3-2D3E-4963-BC18-43FF3934BD28}" destId="{2767C763-3D7E-44C6-9838-864B475D30EF}" srcOrd="0" destOrd="0" presId="urn:microsoft.com/office/officeart/2005/8/layout/orgChart1"/>
    <dgm:cxn modelId="{EF1FC154-2908-43A7-A5C3-903E7181EF49}" type="presParOf" srcId="{2767C763-3D7E-44C6-9838-864B475D30EF}" destId="{1689E612-7A30-4184-B508-B2DB0AB54F46}" srcOrd="0" destOrd="0" presId="urn:microsoft.com/office/officeart/2005/8/layout/orgChart1"/>
    <dgm:cxn modelId="{D13A9D80-88F9-4CAA-B16B-E33CBE17A856}" type="presParOf" srcId="{1689E612-7A30-4184-B508-B2DB0AB54F46}" destId="{D3F458F0-97E5-4B05-A301-2E5C7CF8882D}" srcOrd="0" destOrd="0" presId="urn:microsoft.com/office/officeart/2005/8/layout/orgChart1"/>
    <dgm:cxn modelId="{3D1CDE0C-6F4B-4C9E-B3E3-6D63A6F49A85}" type="presParOf" srcId="{1689E612-7A30-4184-B508-B2DB0AB54F46}" destId="{40E28981-5E02-42AB-8B43-1C39B5FB4282}" srcOrd="1" destOrd="0" presId="urn:microsoft.com/office/officeart/2005/8/layout/orgChart1"/>
    <dgm:cxn modelId="{EFF2977C-B611-4633-8930-8CC45D218276}" type="presParOf" srcId="{2767C763-3D7E-44C6-9838-864B475D30EF}" destId="{47AE62B9-C089-4C40-8559-97599F27995F}" srcOrd="1" destOrd="0" presId="urn:microsoft.com/office/officeart/2005/8/layout/orgChart1"/>
    <dgm:cxn modelId="{1AFB0329-917F-4017-B1D1-0D0EFF25B5EC}" type="presParOf" srcId="{47AE62B9-C089-4C40-8559-97599F27995F}" destId="{51EFA03F-E358-4626-B674-095951F74C36}" srcOrd="0" destOrd="0" presId="urn:microsoft.com/office/officeart/2005/8/layout/orgChart1"/>
    <dgm:cxn modelId="{407BACE0-EFED-4CFF-BB50-72BEBC9B948A}" type="presParOf" srcId="{47AE62B9-C089-4C40-8559-97599F27995F}" destId="{B1F339D0-DA2C-4716-94C6-ADB3AF3CC701}" srcOrd="1" destOrd="0" presId="urn:microsoft.com/office/officeart/2005/8/layout/orgChart1"/>
    <dgm:cxn modelId="{FF354252-323A-4ED3-82F8-2B588ACEF961}" type="presParOf" srcId="{B1F339D0-DA2C-4716-94C6-ADB3AF3CC701}" destId="{0E634256-C471-41AA-B822-D529BDDC809D}" srcOrd="0" destOrd="0" presId="urn:microsoft.com/office/officeart/2005/8/layout/orgChart1"/>
    <dgm:cxn modelId="{4F79B61C-61C3-47E9-8E65-9AF9080A4FBF}" type="presParOf" srcId="{0E634256-C471-41AA-B822-D529BDDC809D}" destId="{23FC8907-91D2-4ACA-98B0-A1DC5C270CC5}" srcOrd="0" destOrd="0" presId="urn:microsoft.com/office/officeart/2005/8/layout/orgChart1"/>
    <dgm:cxn modelId="{2A373AD9-9A33-4BF2-93A6-5693C9C74735}" type="presParOf" srcId="{0E634256-C471-41AA-B822-D529BDDC809D}" destId="{357242CD-0B81-43AA-9648-F6F4D0389E26}" srcOrd="1" destOrd="0" presId="urn:microsoft.com/office/officeart/2005/8/layout/orgChart1"/>
    <dgm:cxn modelId="{01604E9D-3F88-461D-884B-9EE73078F12F}" type="presParOf" srcId="{B1F339D0-DA2C-4716-94C6-ADB3AF3CC701}" destId="{6F5ECACB-CE5F-4C9F-BFF3-DECED55CB1E1}" srcOrd="1" destOrd="0" presId="urn:microsoft.com/office/officeart/2005/8/layout/orgChart1"/>
    <dgm:cxn modelId="{4C8069BD-6C88-460A-B242-0AE115B8CB2B}" type="presParOf" srcId="{6F5ECACB-CE5F-4C9F-BFF3-DECED55CB1E1}" destId="{916A320B-22D2-418A-AA83-0E320A198915}" srcOrd="0" destOrd="0" presId="urn:microsoft.com/office/officeart/2005/8/layout/orgChart1"/>
    <dgm:cxn modelId="{8F8C68F1-FE52-4DA4-B563-BE56058B957C}" type="presParOf" srcId="{6F5ECACB-CE5F-4C9F-BFF3-DECED55CB1E1}" destId="{61F76028-114F-4867-AE62-845D0B93CC5B}" srcOrd="1" destOrd="0" presId="urn:microsoft.com/office/officeart/2005/8/layout/orgChart1"/>
    <dgm:cxn modelId="{9069A0D9-49FC-4845-BBA9-F477CCC3E276}" type="presParOf" srcId="{61F76028-114F-4867-AE62-845D0B93CC5B}" destId="{E15F5AF9-6A8A-4573-A42F-EB0BD0442D57}" srcOrd="0" destOrd="0" presId="urn:microsoft.com/office/officeart/2005/8/layout/orgChart1"/>
    <dgm:cxn modelId="{797E5539-6A76-400F-84DD-6325CCA286D5}" type="presParOf" srcId="{E15F5AF9-6A8A-4573-A42F-EB0BD0442D57}" destId="{9714B159-39DE-4743-BB2F-941324A182B4}" srcOrd="0" destOrd="0" presId="urn:microsoft.com/office/officeart/2005/8/layout/orgChart1"/>
    <dgm:cxn modelId="{5C6714E9-F181-4E53-B726-755705F0855F}" type="presParOf" srcId="{E15F5AF9-6A8A-4573-A42F-EB0BD0442D57}" destId="{9256875A-F683-48BB-A856-4E55A86AF820}" srcOrd="1" destOrd="0" presId="urn:microsoft.com/office/officeart/2005/8/layout/orgChart1"/>
    <dgm:cxn modelId="{5BE9A82A-C1F9-440D-B59E-BD7670315B7F}" type="presParOf" srcId="{61F76028-114F-4867-AE62-845D0B93CC5B}" destId="{7511DC66-1AAD-4E31-B61A-4161B5E28AEC}" srcOrd="1" destOrd="0" presId="urn:microsoft.com/office/officeart/2005/8/layout/orgChart1"/>
    <dgm:cxn modelId="{4529620E-8F42-4AEE-9A02-B8B7366B132B}" type="presParOf" srcId="{61F76028-114F-4867-AE62-845D0B93CC5B}" destId="{A9DB8238-6583-4B78-BC68-D374651F30E0}" srcOrd="2" destOrd="0" presId="urn:microsoft.com/office/officeart/2005/8/layout/orgChart1"/>
    <dgm:cxn modelId="{C153B06E-C04F-4571-B429-78D290C63119}" type="presParOf" srcId="{6F5ECACB-CE5F-4C9F-BFF3-DECED55CB1E1}" destId="{8AEFC4F6-5606-4B85-81EE-EA736AB6CF46}" srcOrd="2" destOrd="0" presId="urn:microsoft.com/office/officeart/2005/8/layout/orgChart1"/>
    <dgm:cxn modelId="{EAC8950C-197C-4563-B993-77FF3FD769ED}" type="presParOf" srcId="{6F5ECACB-CE5F-4C9F-BFF3-DECED55CB1E1}" destId="{B0605CCE-592C-49AB-A11B-C32F5E850A5B}" srcOrd="3" destOrd="0" presId="urn:microsoft.com/office/officeart/2005/8/layout/orgChart1"/>
    <dgm:cxn modelId="{F007408B-1D2C-4526-B63F-7C255020E43D}" type="presParOf" srcId="{B0605CCE-592C-49AB-A11B-C32F5E850A5B}" destId="{1B4F422A-F755-44B7-A937-BFA3BC51DFC0}" srcOrd="0" destOrd="0" presId="urn:microsoft.com/office/officeart/2005/8/layout/orgChart1"/>
    <dgm:cxn modelId="{B31FD152-896D-40D4-A134-60187742900F}" type="presParOf" srcId="{1B4F422A-F755-44B7-A937-BFA3BC51DFC0}" destId="{C8552026-B418-4DFD-8E5F-8BB1C761658A}" srcOrd="0" destOrd="0" presId="urn:microsoft.com/office/officeart/2005/8/layout/orgChart1"/>
    <dgm:cxn modelId="{D47DBA08-0A04-494C-BE73-3E5143650D17}" type="presParOf" srcId="{1B4F422A-F755-44B7-A937-BFA3BC51DFC0}" destId="{367BA37C-4605-421B-B4AE-9BD435E48207}" srcOrd="1" destOrd="0" presId="urn:microsoft.com/office/officeart/2005/8/layout/orgChart1"/>
    <dgm:cxn modelId="{7F2996D2-29B1-439E-87F9-EEEA8569ADD4}" type="presParOf" srcId="{B0605CCE-592C-49AB-A11B-C32F5E850A5B}" destId="{89BEF191-0071-4480-9EA1-2B2E97220938}" srcOrd="1" destOrd="0" presId="urn:microsoft.com/office/officeart/2005/8/layout/orgChart1"/>
    <dgm:cxn modelId="{9DAB60DC-2C63-479B-B279-D8B1BDD538EA}" type="presParOf" srcId="{B0605CCE-592C-49AB-A11B-C32F5E850A5B}" destId="{65BA2F9F-46F7-410C-8032-912A32CE703D}" srcOrd="2" destOrd="0" presId="urn:microsoft.com/office/officeart/2005/8/layout/orgChart1"/>
    <dgm:cxn modelId="{4D462F63-1B78-4551-91DE-00B7DAD517A2}" type="presParOf" srcId="{6F5ECACB-CE5F-4C9F-BFF3-DECED55CB1E1}" destId="{671B37BD-D591-402A-9AE2-CE83A5C8895A}" srcOrd="4" destOrd="0" presId="urn:microsoft.com/office/officeart/2005/8/layout/orgChart1"/>
    <dgm:cxn modelId="{6A0D7C75-FC4D-4541-8F0B-3C7229A152DD}" type="presParOf" srcId="{6F5ECACB-CE5F-4C9F-BFF3-DECED55CB1E1}" destId="{037B00DF-43C6-4153-A3F8-F936B80F8874}" srcOrd="5" destOrd="0" presId="urn:microsoft.com/office/officeart/2005/8/layout/orgChart1"/>
    <dgm:cxn modelId="{A78596E5-ED92-4E2F-88EA-B6043C213C60}" type="presParOf" srcId="{037B00DF-43C6-4153-A3F8-F936B80F8874}" destId="{A65AFF11-5393-4720-9E73-25518673F699}" srcOrd="0" destOrd="0" presId="urn:microsoft.com/office/officeart/2005/8/layout/orgChart1"/>
    <dgm:cxn modelId="{B263C503-F5ED-4AC9-931C-AB39EF11E666}" type="presParOf" srcId="{A65AFF11-5393-4720-9E73-25518673F699}" destId="{138BCC87-288F-49C8-B07B-375423189FD7}" srcOrd="0" destOrd="0" presId="urn:microsoft.com/office/officeart/2005/8/layout/orgChart1"/>
    <dgm:cxn modelId="{9BF6E4ED-438D-422B-AA3E-6368AACC2978}" type="presParOf" srcId="{A65AFF11-5393-4720-9E73-25518673F699}" destId="{393A96F2-08B3-4934-94E6-2B3B24AE970F}" srcOrd="1" destOrd="0" presId="urn:microsoft.com/office/officeart/2005/8/layout/orgChart1"/>
    <dgm:cxn modelId="{942B67F4-EB87-4A8A-90D9-B54E08453BEE}" type="presParOf" srcId="{037B00DF-43C6-4153-A3F8-F936B80F8874}" destId="{A2108E24-2652-4DE8-8729-8F06CF18F737}" srcOrd="1" destOrd="0" presId="urn:microsoft.com/office/officeart/2005/8/layout/orgChart1"/>
    <dgm:cxn modelId="{C2B82E08-5D47-4F4E-8499-4ABF14CBA138}" type="presParOf" srcId="{037B00DF-43C6-4153-A3F8-F936B80F8874}" destId="{65E502C4-98A3-4430-AFC2-F2D8D6472510}" srcOrd="2" destOrd="0" presId="urn:microsoft.com/office/officeart/2005/8/layout/orgChart1"/>
    <dgm:cxn modelId="{64E51CCD-87D6-46F1-BBE5-39510D21EE02}" type="presParOf" srcId="{6F5ECACB-CE5F-4C9F-BFF3-DECED55CB1E1}" destId="{3EC45875-F9DA-47B9-9F2A-ED3440EB3F31}" srcOrd="6" destOrd="0" presId="urn:microsoft.com/office/officeart/2005/8/layout/orgChart1"/>
    <dgm:cxn modelId="{E6FDA52B-1736-43EE-AC9C-C56650328083}" type="presParOf" srcId="{6F5ECACB-CE5F-4C9F-BFF3-DECED55CB1E1}" destId="{66C6891D-5A84-4D31-B0C7-46CBAD303D4C}" srcOrd="7" destOrd="0" presId="urn:microsoft.com/office/officeart/2005/8/layout/orgChart1"/>
    <dgm:cxn modelId="{DF2AA1E7-F2C8-47A4-B02F-E1ABFA45F9BD}" type="presParOf" srcId="{66C6891D-5A84-4D31-B0C7-46CBAD303D4C}" destId="{EFE1E0AE-48AE-4987-B3E4-44ADFEA27793}" srcOrd="0" destOrd="0" presId="urn:microsoft.com/office/officeart/2005/8/layout/orgChart1"/>
    <dgm:cxn modelId="{2341D9E2-DAA0-4E2F-8E63-E13B3AC28E44}" type="presParOf" srcId="{EFE1E0AE-48AE-4987-B3E4-44ADFEA27793}" destId="{BABDB92B-BB17-4F5D-BD57-0A26BB22D57E}" srcOrd="0" destOrd="0" presId="urn:microsoft.com/office/officeart/2005/8/layout/orgChart1"/>
    <dgm:cxn modelId="{F9990114-DF38-4AEC-995B-027861284698}" type="presParOf" srcId="{EFE1E0AE-48AE-4987-B3E4-44ADFEA27793}" destId="{08A8CA0C-BE16-4504-9927-C6EC5298FF14}" srcOrd="1" destOrd="0" presId="urn:microsoft.com/office/officeart/2005/8/layout/orgChart1"/>
    <dgm:cxn modelId="{1852A239-A31B-4EA3-9D30-1FAB67AADDAC}" type="presParOf" srcId="{66C6891D-5A84-4D31-B0C7-46CBAD303D4C}" destId="{33E7143C-2B14-4EDA-B7B8-E5F39B863A97}" srcOrd="1" destOrd="0" presId="urn:microsoft.com/office/officeart/2005/8/layout/orgChart1"/>
    <dgm:cxn modelId="{515DCCB0-71EA-49D3-A175-67177B1DC15D}" type="presParOf" srcId="{66C6891D-5A84-4D31-B0C7-46CBAD303D4C}" destId="{9CDB93BE-2633-4FF4-AF08-0794672AFCBD}" srcOrd="2" destOrd="0" presId="urn:microsoft.com/office/officeart/2005/8/layout/orgChart1"/>
    <dgm:cxn modelId="{D8EBE8B0-69CE-4F9A-B4FE-5AE189038EB3}" type="presParOf" srcId="{B1F339D0-DA2C-4716-94C6-ADB3AF3CC701}" destId="{884DF04D-4307-4DAF-B63F-85E00F53DEFD}" srcOrd="2" destOrd="0" presId="urn:microsoft.com/office/officeart/2005/8/layout/orgChart1"/>
    <dgm:cxn modelId="{1909192F-574B-4D9D-9018-868C1E7B9623}" type="presParOf" srcId="{2767C763-3D7E-44C6-9838-864B475D30EF}" destId="{A0152BEE-84E0-4693-82FE-F043A72FE5B2}" srcOrd="2" destOrd="0" presId="urn:microsoft.com/office/officeart/2005/8/layout/orgChart1"/>
    <dgm:cxn modelId="{E28C2ECD-7B05-4197-8DED-A3C0F08B8F26}" type="presParOf" srcId="{A0152BEE-84E0-4693-82FE-F043A72FE5B2}" destId="{CF3C6767-D2FB-47B0-97E8-6B447D11115D}" srcOrd="0" destOrd="0" presId="urn:microsoft.com/office/officeart/2005/8/layout/orgChart1"/>
    <dgm:cxn modelId="{40353DF9-4932-4320-BB74-E55E23B71D8E}" type="presParOf" srcId="{A0152BEE-84E0-4693-82FE-F043A72FE5B2}" destId="{3EE16512-CF44-4107-B231-AC5C3B81E9EE}" srcOrd="1" destOrd="0" presId="urn:microsoft.com/office/officeart/2005/8/layout/orgChart1"/>
    <dgm:cxn modelId="{3460006E-34BE-4B89-AB4B-60A3B83D77B0}" type="presParOf" srcId="{3EE16512-CF44-4107-B231-AC5C3B81E9EE}" destId="{3173D2DD-6AE2-4F10-8B52-EECA7602264C}" srcOrd="0" destOrd="0" presId="urn:microsoft.com/office/officeart/2005/8/layout/orgChart1"/>
    <dgm:cxn modelId="{37163800-9BED-44D7-BC49-75831ABD7FB7}" type="presParOf" srcId="{3173D2DD-6AE2-4F10-8B52-EECA7602264C}" destId="{1CA2D2D2-2F21-46A8-85E9-27067080D4D3}" srcOrd="0" destOrd="0" presId="urn:microsoft.com/office/officeart/2005/8/layout/orgChart1"/>
    <dgm:cxn modelId="{26BD72AF-D217-4D29-9C3D-49CE0BC3C5B5}" type="presParOf" srcId="{3173D2DD-6AE2-4F10-8B52-EECA7602264C}" destId="{B3560B0B-5900-478D-A1A3-3D4F847E7E59}" srcOrd="1" destOrd="0" presId="urn:microsoft.com/office/officeart/2005/8/layout/orgChart1"/>
    <dgm:cxn modelId="{AE5AAFA3-3EFA-44D9-A2EC-01EFFAF26A5F}" type="presParOf" srcId="{3EE16512-CF44-4107-B231-AC5C3B81E9EE}" destId="{D82A203C-BCAD-45DE-B0E3-06B2B8F8390E}" srcOrd="1" destOrd="0" presId="urn:microsoft.com/office/officeart/2005/8/layout/orgChart1"/>
    <dgm:cxn modelId="{43CA0703-F9E7-4753-9C5B-0531D9F05D2F}" type="presParOf" srcId="{3EE16512-CF44-4107-B231-AC5C3B81E9EE}" destId="{DB22D4F4-14B9-41E8-8793-248E5E7982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E83F7-0E50-47A3-B46E-8242730A457D}">
      <dsp:nvSpPr>
        <dsp:cNvPr id="0" name=""/>
        <dsp:cNvSpPr/>
      </dsp:nvSpPr>
      <dsp:spPr>
        <a:xfrm>
          <a:off x="1109976" y="647786"/>
          <a:ext cx="785316" cy="136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147"/>
              </a:lnTo>
              <a:lnTo>
                <a:pt x="785316" y="68147"/>
              </a:lnTo>
              <a:lnTo>
                <a:pt x="785316" y="136294"/>
              </a:lnTo>
            </a:path>
          </a:pathLst>
        </a:custGeom>
        <a:noFill/>
        <a:ln w="9525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27CB7-B5B9-45D8-88B9-219451047117}">
      <dsp:nvSpPr>
        <dsp:cNvPr id="0" name=""/>
        <dsp:cNvSpPr/>
      </dsp:nvSpPr>
      <dsp:spPr>
        <a:xfrm>
          <a:off x="1064256" y="647786"/>
          <a:ext cx="91440" cy="1362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6294"/>
              </a:lnTo>
            </a:path>
          </a:pathLst>
        </a:custGeom>
        <a:noFill/>
        <a:ln w="9525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F1178-7750-43D3-A92D-EA7AC8FE21CB}">
      <dsp:nvSpPr>
        <dsp:cNvPr id="0" name=""/>
        <dsp:cNvSpPr/>
      </dsp:nvSpPr>
      <dsp:spPr>
        <a:xfrm>
          <a:off x="65051" y="1108592"/>
          <a:ext cx="97353" cy="298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550"/>
              </a:lnTo>
              <a:lnTo>
                <a:pt x="97353" y="298550"/>
              </a:lnTo>
            </a:path>
          </a:pathLst>
        </a:custGeom>
        <a:noFill/>
        <a:ln w="9525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175965-657A-4007-A5B8-323097E362F0}">
      <dsp:nvSpPr>
        <dsp:cNvPr id="0" name=""/>
        <dsp:cNvSpPr/>
      </dsp:nvSpPr>
      <dsp:spPr>
        <a:xfrm>
          <a:off x="324659" y="647786"/>
          <a:ext cx="785316" cy="136294"/>
        </a:xfrm>
        <a:custGeom>
          <a:avLst/>
          <a:gdLst/>
          <a:ahLst/>
          <a:cxnLst/>
          <a:rect l="0" t="0" r="0" b="0"/>
          <a:pathLst>
            <a:path>
              <a:moveTo>
                <a:pt x="785316" y="0"/>
              </a:moveTo>
              <a:lnTo>
                <a:pt x="785316" y="68147"/>
              </a:lnTo>
              <a:lnTo>
                <a:pt x="0" y="68147"/>
              </a:lnTo>
              <a:lnTo>
                <a:pt x="0" y="136294"/>
              </a:lnTo>
            </a:path>
          </a:pathLst>
        </a:custGeom>
        <a:noFill/>
        <a:ln w="9525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DC713C-72C0-4971-B9EC-C2A30F6D8C88}">
      <dsp:nvSpPr>
        <dsp:cNvPr id="0" name=""/>
        <dsp:cNvSpPr/>
      </dsp:nvSpPr>
      <dsp:spPr>
        <a:xfrm>
          <a:off x="594484" y="323275"/>
          <a:ext cx="1030984" cy="324510"/>
        </a:xfrm>
        <a:prstGeom prst="rect">
          <a:avLst/>
        </a:prstGeom>
        <a:solidFill>
          <a:srgbClr val="F2F2F2"/>
        </a:solidFill>
        <a:ln w="9525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Project Manager</a:t>
          </a:r>
          <a:br>
            <a:rPr lang="en-US" sz="600" b="1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Arash Zereshkian</a:t>
          </a:r>
          <a:endParaRPr lang="en-US" sz="600" kern="1200">
            <a:solidFill>
              <a:schemeClr val="tx1"/>
            </a:solidFill>
          </a:endParaRPr>
        </a:p>
      </dsp:txBody>
      <dsp:txXfrm>
        <a:off x="594484" y="323275"/>
        <a:ext cx="1030984" cy="324510"/>
      </dsp:txXfrm>
    </dsp:sp>
    <dsp:sp modelId="{C979F298-B716-40D5-ABC2-C84A98C01826}">
      <dsp:nvSpPr>
        <dsp:cNvPr id="0" name=""/>
        <dsp:cNvSpPr/>
      </dsp:nvSpPr>
      <dsp:spPr>
        <a:xfrm>
          <a:off x="149" y="784081"/>
          <a:ext cx="649021" cy="324510"/>
        </a:xfrm>
        <a:prstGeom prst="rect">
          <a:avLst/>
        </a:prstGeom>
        <a:solidFill>
          <a:srgbClr val="F2F2F2"/>
        </a:solidFill>
        <a:ln w="9525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Installation Design Manager </a:t>
          </a:r>
          <a:b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Lev Arapov</a:t>
          </a:r>
        </a:p>
      </dsp:txBody>
      <dsp:txXfrm>
        <a:off x="149" y="784081"/>
        <a:ext cx="649021" cy="324510"/>
      </dsp:txXfrm>
    </dsp:sp>
    <dsp:sp modelId="{391B0864-A8BE-4855-9C12-008E8D66DF0A}">
      <dsp:nvSpPr>
        <dsp:cNvPr id="0" name=""/>
        <dsp:cNvSpPr/>
      </dsp:nvSpPr>
      <dsp:spPr>
        <a:xfrm>
          <a:off x="162404" y="1244887"/>
          <a:ext cx="649021" cy="324510"/>
        </a:xfrm>
        <a:prstGeom prst="rect">
          <a:avLst/>
        </a:prstGeom>
        <a:solidFill>
          <a:srgbClr val="F2F2F2"/>
        </a:solidFill>
        <a:ln w="9525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Central &amp; Wayside HW Manager</a:t>
          </a:r>
          <a:b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Lev Arapov</a:t>
          </a:r>
          <a:endParaRPr lang="en-US" sz="600" kern="1200">
            <a:solidFill>
              <a:schemeClr val="tx1"/>
            </a:solidFill>
          </a:endParaRPr>
        </a:p>
      </dsp:txBody>
      <dsp:txXfrm>
        <a:off x="162404" y="1244887"/>
        <a:ext cx="649021" cy="324510"/>
      </dsp:txXfrm>
    </dsp:sp>
    <dsp:sp modelId="{F1ECDF4E-AAA3-481D-A766-D403275BF8BD}">
      <dsp:nvSpPr>
        <dsp:cNvPr id="0" name=""/>
        <dsp:cNvSpPr/>
      </dsp:nvSpPr>
      <dsp:spPr>
        <a:xfrm>
          <a:off x="785465" y="784081"/>
          <a:ext cx="649021" cy="324510"/>
        </a:xfrm>
        <a:prstGeom prst="rect">
          <a:avLst/>
        </a:prstGeom>
        <a:solidFill>
          <a:srgbClr val="F2F2F2"/>
        </a:solidFill>
        <a:ln w="9525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Customer Training and Manuals Manager</a:t>
          </a:r>
          <a:b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Winston Browning </a:t>
          </a:r>
          <a:endParaRPr lang="en-US" sz="600" kern="1200">
            <a:solidFill>
              <a:schemeClr val="tx1"/>
            </a:solidFill>
          </a:endParaRPr>
        </a:p>
      </dsp:txBody>
      <dsp:txXfrm>
        <a:off x="785465" y="784081"/>
        <a:ext cx="649021" cy="324510"/>
      </dsp:txXfrm>
    </dsp:sp>
    <dsp:sp modelId="{BDAD45E4-9AFF-440E-93B3-4E8EA8B76047}">
      <dsp:nvSpPr>
        <dsp:cNvPr id="0" name=""/>
        <dsp:cNvSpPr/>
      </dsp:nvSpPr>
      <dsp:spPr>
        <a:xfrm>
          <a:off x="1570782" y="784081"/>
          <a:ext cx="649021" cy="324510"/>
        </a:xfrm>
        <a:prstGeom prst="rect">
          <a:avLst/>
        </a:prstGeom>
        <a:solidFill>
          <a:srgbClr val="F2F2F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DCS (Coms) WPM</a:t>
          </a:r>
          <a:b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Faustin Anthonipillai</a:t>
          </a:r>
          <a:endParaRPr lang="en-US" sz="600" kern="1200"/>
        </a:p>
      </dsp:txBody>
      <dsp:txXfrm>
        <a:off x="1570782" y="784081"/>
        <a:ext cx="649021" cy="3245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C6767-D2FB-47B0-97E8-6B447D11115D}">
      <dsp:nvSpPr>
        <dsp:cNvPr id="0" name=""/>
        <dsp:cNvSpPr/>
      </dsp:nvSpPr>
      <dsp:spPr>
        <a:xfrm>
          <a:off x="1410670" y="577638"/>
          <a:ext cx="91440" cy="302811"/>
        </a:xfrm>
        <a:custGeom>
          <a:avLst/>
          <a:gdLst/>
          <a:ahLst/>
          <a:cxnLst/>
          <a:rect l="0" t="0" r="0" b="0"/>
          <a:pathLst>
            <a:path>
              <a:moveTo>
                <a:pt x="114840" y="0"/>
              </a:moveTo>
              <a:lnTo>
                <a:pt x="114840" y="302811"/>
              </a:lnTo>
              <a:lnTo>
                <a:pt x="45720" y="302811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45875-F9DA-47B9-9F2A-ED3440EB3F31}">
      <dsp:nvSpPr>
        <dsp:cNvPr id="0" name=""/>
        <dsp:cNvSpPr/>
      </dsp:nvSpPr>
      <dsp:spPr>
        <a:xfrm>
          <a:off x="1525510" y="1512405"/>
          <a:ext cx="1194789" cy="138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120"/>
              </a:lnTo>
              <a:lnTo>
                <a:pt x="1194789" y="69120"/>
              </a:lnTo>
              <a:lnTo>
                <a:pt x="1194789" y="138240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B37BD-D591-402A-9AE2-CE83A5C8895A}">
      <dsp:nvSpPr>
        <dsp:cNvPr id="0" name=""/>
        <dsp:cNvSpPr/>
      </dsp:nvSpPr>
      <dsp:spPr>
        <a:xfrm>
          <a:off x="1525510" y="1512405"/>
          <a:ext cx="398263" cy="138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120"/>
              </a:lnTo>
              <a:lnTo>
                <a:pt x="398263" y="69120"/>
              </a:lnTo>
              <a:lnTo>
                <a:pt x="398263" y="138240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FC4F6-5606-4B85-81EE-EA736AB6CF46}">
      <dsp:nvSpPr>
        <dsp:cNvPr id="0" name=""/>
        <dsp:cNvSpPr/>
      </dsp:nvSpPr>
      <dsp:spPr>
        <a:xfrm>
          <a:off x="1127247" y="1512405"/>
          <a:ext cx="398263" cy="138240"/>
        </a:xfrm>
        <a:custGeom>
          <a:avLst/>
          <a:gdLst/>
          <a:ahLst/>
          <a:cxnLst/>
          <a:rect l="0" t="0" r="0" b="0"/>
          <a:pathLst>
            <a:path>
              <a:moveTo>
                <a:pt x="398263" y="0"/>
              </a:moveTo>
              <a:lnTo>
                <a:pt x="398263" y="69120"/>
              </a:lnTo>
              <a:lnTo>
                <a:pt x="0" y="69120"/>
              </a:lnTo>
              <a:lnTo>
                <a:pt x="0" y="138240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A320B-22D2-418A-AA83-0E320A198915}">
      <dsp:nvSpPr>
        <dsp:cNvPr id="0" name=""/>
        <dsp:cNvSpPr/>
      </dsp:nvSpPr>
      <dsp:spPr>
        <a:xfrm>
          <a:off x="330530" y="1512405"/>
          <a:ext cx="1194980" cy="133411"/>
        </a:xfrm>
        <a:custGeom>
          <a:avLst/>
          <a:gdLst/>
          <a:ahLst/>
          <a:cxnLst/>
          <a:rect l="0" t="0" r="0" b="0"/>
          <a:pathLst>
            <a:path>
              <a:moveTo>
                <a:pt x="1194980" y="0"/>
              </a:moveTo>
              <a:lnTo>
                <a:pt x="1194980" y="64291"/>
              </a:lnTo>
              <a:lnTo>
                <a:pt x="0" y="64291"/>
              </a:lnTo>
              <a:lnTo>
                <a:pt x="0" y="133411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FA03F-E358-4626-B674-095951F74C36}">
      <dsp:nvSpPr>
        <dsp:cNvPr id="0" name=""/>
        <dsp:cNvSpPr/>
      </dsp:nvSpPr>
      <dsp:spPr>
        <a:xfrm>
          <a:off x="1479790" y="577638"/>
          <a:ext cx="91440" cy="6056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05623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F458F0-97E5-4B05-A301-2E5C7CF8882D}">
      <dsp:nvSpPr>
        <dsp:cNvPr id="0" name=""/>
        <dsp:cNvSpPr/>
      </dsp:nvSpPr>
      <dsp:spPr>
        <a:xfrm>
          <a:off x="1196367" y="248495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Manager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Juan Uribe</a:t>
          </a:r>
        </a:p>
      </dsp:txBody>
      <dsp:txXfrm>
        <a:off x="1196367" y="248495"/>
        <a:ext cx="658286" cy="329143"/>
      </dsp:txXfrm>
    </dsp:sp>
    <dsp:sp modelId="{23FC8907-91D2-4ACA-98B0-A1DC5C270CC5}">
      <dsp:nvSpPr>
        <dsp:cNvPr id="0" name=""/>
        <dsp:cNvSpPr/>
      </dsp:nvSpPr>
      <dsp:spPr>
        <a:xfrm>
          <a:off x="1196367" y="1183262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Leader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Felipe Maragaño</a:t>
          </a:r>
        </a:p>
      </dsp:txBody>
      <dsp:txXfrm>
        <a:off x="1196367" y="1183262"/>
        <a:ext cx="658286" cy="329143"/>
      </dsp:txXfrm>
    </dsp:sp>
    <dsp:sp modelId="{9714B159-39DE-4743-BB2F-941324A182B4}">
      <dsp:nvSpPr>
        <dsp:cNvPr id="0" name=""/>
        <dsp:cNvSpPr/>
      </dsp:nvSpPr>
      <dsp:spPr>
        <a:xfrm>
          <a:off x="1387" y="1645816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Samir Jara</a:t>
          </a:r>
        </a:p>
      </dsp:txBody>
      <dsp:txXfrm>
        <a:off x="1387" y="1645816"/>
        <a:ext cx="658286" cy="329143"/>
      </dsp:txXfrm>
    </dsp:sp>
    <dsp:sp modelId="{C8552026-B418-4DFD-8E5F-8BB1C761658A}">
      <dsp:nvSpPr>
        <dsp:cNvPr id="0" name=""/>
        <dsp:cNvSpPr/>
      </dsp:nvSpPr>
      <dsp:spPr>
        <a:xfrm>
          <a:off x="798104" y="1650645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Claudio Carvacho</a:t>
          </a:r>
        </a:p>
      </dsp:txBody>
      <dsp:txXfrm>
        <a:off x="798104" y="1650645"/>
        <a:ext cx="658286" cy="329143"/>
      </dsp:txXfrm>
    </dsp:sp>
    <dsp:sp modelId="{138BCC87-288F-49C8-B07B-375423189FD7}">
      <dsp:nvSpPr>
        <dsp:cNvPr id="0" name=""/>
        <dsp:cNvSpPr/>
      </dsp:nvSpPr>
      <dsp:spPr>
        <a:xfrm>
          <a:off x="1594630" y="1650645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Rodolfo Quero</a:t>
          </a:r>
        </a:p>
      </dsp:txBody>
      <dsp:txXfrm>
        <a:off x="1594630" y="1650645"/>
        <a:ext cx="658286" cy="329143"/>
      </dsp:txXfrm>
    </dsp:sp>
    <dsp:sp modelId="{BABDB92B-BB17-4F5D-BD57-0A26BB22D57E}">
      <dsp:nvSpPr>
        <dsp:cNvPr id="0" name=""/>
        <dsp:cNvSpPr/>
      </dsp:nvSpPr>
      <dsp:spPr>
        <a:xfrm>
          <a:off x="2391156" y="1650645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Deployment Technician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Bryams Kobek</a:t>
          </a:r>
        </a:p>
      </dsp:txBody>
      <dsp:txXfrm>
        <a:off x="2391156" y="1650645"/>
        <a:ext cx="658286" cy="329143"/>
      </dsp:txXfrm>
    </dsp:sp>
    <dsp:sp modelId="{1CA2D2D2-2F21-46A8-85E9-27067080D4D3}">
      <dsp:nvSpPr>
        <dsp:cNvPr id="0" name=""/>
        <dsp:cNvSpPr/>
      </dsp:nvSpPr>
      <dsp:spPr>
        <a:xfrm>
          <a:off x="798104" y="715878"/>
          <a:ext cx="658286" cy="329143"/>
        </a:xfrm>
        <a:prstGeom prst="rect">
          <a:avLst/>
        </a:prstGeom>
        <a:solidFill>
          <a:srgbClr val="D4EC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HSE on Site 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Constanza Sanchez</a:t>
          </a:r>
        </a:p>
      </dsp:txBody>
      <dsp:txXfrm>
        <a:off x="798104" y="715878"/>
        <a:ext cx="658286" cy="329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92144-A158-4C05-A2F4-5CACDC2E29C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CADB5-E05D-40D7-BD46-185C041B9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9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CADB5-E05D-40D7-BD46-185C041B96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30BC-26DC-BEEA-E1DF-CB1BD4D62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99AE5-11F0-378B-D926-726C70E4D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C3753-3C92-04B1-0741-82C944A0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C8D9C-C425-061D-B5DF-DBFADE6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E672-DEE7-8A56-4839-F1F077D7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1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F10A-6166-B40C-42C9-5B1560E2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6926-6D36-4499-2FE4-9594524A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0770-B8BA-0656-BE86-30AFBE0C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6CE7-ED39-62B5-84FF-71D419CB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9B72-8CE3-AB1C-2607-395BD54F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8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DA48-1FCA-3FA5-C38E-977F362C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9297B-2AF6-1CC0-B643-2BC9D8CB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A4A47-EA3C-9560-6463-0C61AAF0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F784-2A90-3870-8078-D5402713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40D87-45CC-3BDD-9F96-0DB783BD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5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316C-B45A-ED14-5B04-EAB54ADF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18297-A573-01B5-8FDE-3FD739EB5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0BF32-AF74-0EB1-C665-F9B37C873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52E2-8D98-142E-F55D-CC9BB4C5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AD445-151A-6D96-31C4-2AA973B6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78548-9BF3-08BE-3FE5-AC800D6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5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65B2-9A51-8723-1E51-4D19D776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EBDE9-EC19-61D4-3F10-42092DE6F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A23B8-6FA3-8120-3C46-0BB1176F6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C84C8-114E-2E50-6D30-19933AD23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8A9D3-4228-E3D9-4413-D611402E4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6AF4C-FAE2-ED50-6E7A-09C5152F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3C5F3-44B0-557A-0C26-C79FA319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412D4-A569-ED63-AB81-A632EEFE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6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E645-687C-8A0D-D0CF-91AACC28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AE3D9-B7A7-721E-E076-CF4D895E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15E3E-6A50-CA70-43B3-D2499EA8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B102D-24EA-DF97-406B-9F86C83D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C3E9-244C-A2EE-35FD-7BB4D638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BA547-056C-2289-8CAA-424D7B07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CDFE-0CCD-EDA9-C2E2-6A0EB7B7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6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7E4C-FDD2-C690-DC58-782704FA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2C5D-7ACB-2C42-B43C-E651FF27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ADE11-D2BE-CDC2-C851-5F3B7971C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D358C-7DF5-8696-B798-427659F6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F1EC-BA11-D16D-D57D-83D60CF9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4329C-E3F1-8256-BF43-2A17FAF1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0A4B-D4ED-1D68-EE84-9CA1FA84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430F0-5BFE-6BF1-C3E1-21F257EC1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7AA79-564B-3E86-CF40-DD0B117AD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349F3-B4F9-050C-4B1B-5F6E05F6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93A56-26FB-3520-FA31-B86C93E2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5B537-DB28-C669-0AF3-C1A3DA58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0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D2DF-BEA9-A6B8-F6AA-4E1BBEDD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D48D1-4FE9-ED55-1C69-DAD30C643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F765-E4D5-673F-7350-28C97C0F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8A32D-DEF9-5B2C-2EE4-83DEB5B3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9748-E47C-7144-DD76-101FCC24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076E2-3489-B349-BC31-3EC6F890C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97EED-C41B-EFC7-6556-835936786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4118-9C0C-D9F6-A7ED-70B9A391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EDF57-E5BB-5985-DD07-E691769B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532F-A290-1569-9792-32AA030F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9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6CE32-EF0A-161F-978B-1B1D19F0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29A4-785A-24C4-8001-BCFA00089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88911-45EA-7525-815A-EFB027FB6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19B43-4C8F-4FC9-A13E-9D6D3480A7D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880AF-DEF8-F48B-92D5-7B609197F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9CB4-782A-9150-3D08-377F28771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2A624-1DE9-3316-AF9B-0A98395A48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5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6923C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96D7E-BACF-20D6-44E1-EF7EF22EB7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94313" y="6642100"/>
            <a:ext cx="1646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6923C"/>
                </a:solidFill>
                <a:latin typeface="Arial Black" panose="020B0A04020102020204" pitchFamily="34" charset="0"/>
              </a:rPr>
              <a:t>{Hitachi Rail – Internal}</a:t>
            </a:r>
          </a:p>
        </p:txBody>
      </p:sp>
    </p:spTree>
    <p:extLst>
      <p:ext uri="{BB962C8B-B14F-4D97-AF65-F5344CB8AC3E}">
        <p14:creationId xmlns:p14="http://schemas.microsoft.com/office/powerpoint/2010/main" val="238418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3CCE-5C3F-EFF1-6001-77B7BFD0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10B53F6-7795-7464-41C9-BEC6EDC192DC}"/>
              </a:ext>
            </a:extLst>
          </p:cNvPr>
          <p:cNvCxnSpPr>
            <a:cxnSpLocks/>
          </p:cNvCxnSpPr>
          <p:nvPr/>
        </p:nvCxnSpPr>
        <p:spPr>
          <a:xfrm>
            <a:off x="5845870" y="5725941"/>
            <a:ext cx="3132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0A0B45A-70E5-61A5-1E58-42772B7CCC50}"/>
              </a:ext>
            </a:extLst>
          </p:cNvPr>
          <p:cNvCxnSpPr>
            <a:cxnSpLocks/>
          </p:cNvCxnSpPr>
          <p:nvPr/>
        </p:nvCxnSpPr>
        <p:spPr>
          <a:xfrm>
            <a:off x="5182613" y="4459967"/>
            <a:ext cx="1326515" cy="865733"/>
          </a:xfrm>
          <a:prstGeom prst="bentConnector3">
            <a:avLst/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796A15-B2F3-27CA-4727-93881C200EB3}"/>
              </a:ext>
            </a:extLst>
          </p:cNvPr>
          <p:cNvGrpSpPr/>
          <p:nvPr/>
        </p:nvGrpSpPr>
        <p:grpSpPr>
          <a:xfrm>
            <a:off x="5952374" y="5196564"/>
            <a:ext cx="724627" cy="316707"/>
            <a:chOff x="3005351" y="1499973"/>
            <a:chExt cx="604775" cy="30238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4C81B9-955F-6121-B942-2A5901ED8EC7}"/>
                </a:ext>
              </a:extLst>
            </p:cNvPr>
            <p:cNvSpPr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C8E710-D8B3-C592-875C-24029AF8E9CA}"/>
                </a:ext>
              </a:extLst>
            </p:cNvPr>
            <p:cNvSpPr txBox="1"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  <a:latin typeface="Aptos" panose="02110004020202020204"/>
                  <a:ea typeface="+mn-ea"/>
                  <a:cs typeface="+mn-cs"/>
                </a:rPr>
                <a:t>DCS/Cyber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  <a:latin typeface="Aptos" panose="02110004020202020204"/>
                  <a:ea typeface="+mn-ea"/>
                  <a:cs typeface="+mn-cs"/>
                </a:rPr>
                <a:t>Artem Tsurkan </a:t>
              </a:r>
              <a:endParaRPr lang="en-US" sz="600" kern="1200">
                <a:solidFill>
                  <a:schemeClr val="tx1"/>
                </a:solidFill>
              </a:endParaRP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E0D426D-5B62-2880-D019-34EC967FD8D1}"/>
              </a:ext>
            </a:extLst>
          </p:cNvPr>
          <p:cNvCxnSpPr>
            <a:cxnSpLocks/>
          </p:cNvCxnSpPr>
          <p:nvPr/>
        </p:nvCxnSpPr>
        <p:spPr>
          <a:xfrm>
            <a:off x="1368095" y="3930084"/>
            <a:ext cx="0" cy="96388"/>
          </a:xfrm>
          <a:prstGeom prst="line">
            <a:avLst/>
          </a:prstGeom>
          <a:ln w="9525">
            <a:solidFill>
              <a:schemeClr val="tx1"/>
            </a:solidFill>
            <a:prstDash val="lgDashDot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CF7E081-D1FD-0866-4EA5-090C008F0B95}"/>
              </a:ext>
            </a:extLst>
          </p:cNvPr>
          <p:cNvCxnSpPr>
            <a:cxnSpLocks/>
          </p:cNvCxnSpPr>
          <p:nvPr/>
        </p:nvCxnSpPr>
        <p:spPr>
          <a:xfrm>
            <a:off x="5075635" y="2170544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D4D3802-9A48-6405-07EF-EB6B25B1478C}"/>
              </a:ext>
            </a:extLst>
          </p:cNvPr>
          <p:cNvCxnSpPr>
            <a:cxnSpLocks/>
          </p:cNvCxnSpPr>
          <p:nvPr/>
        </p:nvCxnSpPr>
        <p:spPr>
          <a:xfrm>
            <a:off x="5380241" y="3549176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50ACDC4-6799-F06E-A138-856AE7F0DDE4}"/>
              </a:ext>
            </a:extLst>
          </p:cNvPr>
          <p:cNvCxnSpPr>
            <a:cxnSpLocks/>
          </p:cNvCxnSpPr>
          <p:nvPr/>
        </p:nvCxnSpPr>
        <p:spPr>
          <a:xfrm>
            <a:off x="5380241" y="2939184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BBBD1-3264-9C69-A08F-BB7709288CBD}"/>
              </a:ext>
            </a:extLst>
          </p:cNvPr>
          <p:cNvCxnSpPr>
            <a:cxnSpLocks/>
          </p:cNvCxnSpPr>
          <p:nvPr/>
        </p:nvCxnSpPr>
        <p:spPr>
          <a:xfrm>
            <a:off x="5070118" y="2731260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969486-2826-7FD1-8832-B72F53FE66FE}"/>
              </a:ext>
            </a:extLst>
          </p:cNvPr>
          <p:cNvCxnSpPr/>
          <p:nvPr/>
        </p:nvCxnSpPr>
        <p:spPr>
          <a:xfrm>
            <a:off x="3538945" y="1791165"/>
            <a:ext cx="0" cy="146541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57074-59FD-93DF-DFDF-3D41B7540B5C}"/>
              </a:ext>
            </a:extLst>
          </p:cNvPr>
          <p:cNvSpPr/>
          <p:nvPr/>
        </p:nvSpPr>
        <p:spPr>
          <a:xfrm>
            <a:off x="1707677" y="2157655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Assurance Manager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6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Alexander Umana</a:t>
            </a:r>
            <a:endParaRPr lang="en-US" sz="6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B81779-2946-6792-B07C-0D384BD7492C}"/>
              </a:ext>
            </a:extLst>
          </p:cNvPr>
          <p:cNvCxnSpPr/>
          <p:nvPr/>
        </p:nvCxnSpPr>
        <p:spPr>
          <a:xfrm>
            <a:off x="3401296" y="3250225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C094E0-C156-F9C8-39AB-325E14E789EA}"/>
              </a:ext>
            </a:extLst>
          </p:cNvPr>
          <p:cNvCxnSpPr/>
          <p:nvPr/>
        </p:nvCxnSpPr>
        <p:spPr>
          <a:xfrm>
            <a:off x="3409233" y="2781331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388034B-7D98-4026-53B3-4D6C1D95670F}"/>
              </a:ext>
            </a:extLst>
          </p:cNvPr>
          <p:cNvSpPr/>
          <p:nvPr/>
        </p:nvSpPr>
        <p:spPr>
          <a:xfrm>
            <a:off x="2583734" y="2583262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Manager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Ashraf Farag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68BABF-5B8A-234E-B791-D5F28D10EDB9}"/>
              </a:ext>
            </a:extLst>
          </p:cNvPr>
          <p:cNvSpPr/>
          <p:nvPr/>
        </p:nvSpPr>
        <p:spPr>
          <a:xfrm>
            <a:off x="2586908" y="3011577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>
                <a:solidFill>
                  <a:sysClr val="windowText" lastClr="000000"/>
                </a:solidFill>
                <a:latin typeface="Arial"/>
                <a:cs typeface="Arial"/>
              </a:rPr>
              <a:t>Safety Eng.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>
                <a:solidFill>
                  <a:sysClr val="windowText" lastClr="000000"/>
                </a:solidFill>
                <a:latin typeface="Arial"/>
                <a:cs typeface="Arial"/>
              </a:rPr>
              <a:t>Richard Wang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907737-5109-A04A-E9EB-69FFED919ADE}"/>
              </a:ext>
            </a:extLst>
          </p:cNvPr>
          <p:cNvSpPr/>
          <p:nvPr/>
        </p:nvSpPr>
        <p:spPr>
          <a:xfrm>
            <a:off x="1205706" y="1011883"/>
            <a:ext cx="8406747" cy="3765703"/>
          </a:xfrm>
          <a:prstGeom prst="rect">
            <a:avLst/>
          </a:prstGeom>
          <a:ln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932AD62-6F77-FA6E-A270-D53C09F9F3EE}"/>
              </a:ext>
            </a:extLst>
          </p:cNvPr>
          <p:cNvSpPr/>
          <p:nvPr/>
        </p:nvSpPr>
        <p:spPr>
          <a:xfrm>
            <a:off x="3912849" y="1221022"/>
            <a:ext cx="1464031" cy="6907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64031" y="0"/>
                </a:moveTo>
                <a:lnTo>
                  <a:pt x="1464031" y="690700"/>
                </a:lnTo>
                <a:lnTo>
                  <a:pt x="0" y="69070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DAAF2C0-6954-EA1F-ED33-EF4F015A7A6E}"/>
              </a:ext>
            </a:extLst>
          </p:cNvPr>
          <p:cNvSpPr/>
          <p:nvPr/>
        </p:nvSpPr>
        <p:spPr>
          <a:xfrm>
            <a:off x="5233205" y="1515571"/>
            <a:ext cx="140451" cy="184104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0451" y="0"/>
                </a:moveTo>
                <a:lnTo>
                  <a:pt x="140451" y="1841044"/>
                </a:lnTo>
                <a:lnTo>
                  <a:pt x="0" y="1841044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128E322-9831-90C5-6680-7887F8537898}"/>
              </a:ext>
            </a:extLst>
          </p:cNvPr>
          <p:cNvSpPr/>
          <p:nvPr/>
        </p:nvSpPr>
        <p:spPr>
          <a:xfrm>
            <a:off x="5376882" y="1690943"/>
            <a:ext cx="261433" cy="53991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9911"/>
                </a:lnTo>
                <a:lnTo>
                  <a:pt x="261433" y="539911"/>
                </a:lnTo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DD5AB9E-CE3C-7E23-B2E3-5F0CCB793F9C}"/>
              </a:ext>
            </a:extLst>
          </p:cNvPr>
          <p:cNvSpPr/>
          <p:nvPr/>
        </p:nvSpPr>
        <p:spPr>
          <a:xfrm>
            <a:off x="2552010" y="1102813"/>
            <a:ext cx="2824871" cy="289492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824871" y="0"/>
                </a:moveTo>
                <a:lnTo>
                  <a:pt x="2824871" y="2803738"/>
                </a:lnTo>
                <a:lnTo>
                  <a:pt x="0" y="2803738"/>
                </a:lnTo>
                <a:lnTo>
                  <a:pt x="0" y="2894924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F9C4089-AA20-F767-0348-AE7EDF668F2B}"/>
              </a:ext>
            </a:extLst>
          </p:cNvPr>
          <p:cNvSpPr/>
          <p:nvPr/>
        </p:nvSpPr>
        <p:spPr>
          <a:xfrm>
            <a:off x="4403850" y="1105828"/>
            <a:ext cx="973032" cy="26317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973032" y="0"/>
                </a:moveTo>
                <a:lnTo>
                  <a:pt x="973032" y="2803738"/>
                </a:lnTo>
                <a:lnTo>
                  <a:pt x="0" y="2803738"/>
                </a:lnTo>
                <a:lnTo>
                  <a:pt x="0" y="2894924"/>
                </a:lnTo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C2C1D05-940C-612C-D3D8-6619901C6705}"/>
              </a:ext>
            </a:extLst>
          </p:cNvPr>
          <p:cNvSpPr/>
          <p:nvPr/>
        </p:nvSpPr>
        <p:spPr>
          <a:xfrm>
            <a:off x="933878" y="3996443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Assurance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Raksha Jayaprakash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D5BFC73-1388-312B-6A89-07B5A623A25F}"/>
              </a:ext>
            </a:extLst>
          </p:cNvPr>
          <p:cNvSpPr/>
          <p:nvPr/>
        </p:nvSpPr>
        <p:spPr>
          <a:xfrm>
            <a:off x="5638316" y="1891552"/>
            <a:ext cx="1377988" cy="678607"/>
          </a:xfrm>
          <a:custGeom>
            <a:avLst/>
            <a:gdLst>
              <a:gd name="connsiteX0" fmla="*/ 0 w 1774913"/>
              <a:gd name="connsiteY0" fmla="*/ 0 h 678607"/>
              <a:gd name="connsiteX1" fmla="*/ 1774913 w 1774913"/>
              <a:gd name="connsiteY1" fmla="*/ 0 h 678607"/>
              <a:gd name="connsiteX2" fmla="*/ 1774913 w 1774913"/>
              <a:gd name="connsiteY2" fmla="*/ 678607 h 678607"/>
              <a:gd name="connsiteX3" fmla="*/ 0 w 1774913"/>
              <a:gd name="connsiteY3" fmla="*/ 678607 h 678607"/>
              <a:gd name="connsiteX4" fmla="*/ 0 w 1774913"/>
              <a:gd name="connsiteY4" fmla="*/ 0 h 67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4913" h="678607">
                <a:moveTo>
                  <a:pt x="0" y="0"/>
                </a:moveTo>
                <a:lnTo>
                  <a:pt x="1774913" y="0"/>
                </a:lnTo>
                <a:lnTo>
                  <a:pt x="1774913" y="678607"/>
                </a:lnTo>
                <a:lnTo>
                  <a:pt x="0" y="6786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600" b="1" u="none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PMO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u="none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 - Jorge Mansilla</a:t>
            </a:r>
          </a:p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0" kern="1200">
                <a:solidFill>
                  <a:sysClr val="windowText" lastClr="000000"/>
                </a:solidFill>
                <a:latin typeface="Arial"/>
                <a:cs typeface="Arial"/>
              </a:rPr>
              <a:t>Project Coordinator </a:t>
            </a:r>
            <a:r>
              <a:rPr lang="en-US" sz="600">
                <a:solidFill>
                  <a:sysClr val="windowText" lastClr="000000"/>
                </a:solidFill>
                <a:latin typeface="Arial"/>
                <a:cs typeface="Arial"/>
              </a:rPr>
              <a:t>– Nyota Kabika</a:t>
            </a:r>
            <a:endPara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kern="1200">
                <a:solidFill>
                  <a:sysClr val="windowText" lastClr="000000"/>
                </a:solidFill>
                <a:latin typeface="Arial"/>
                <a:cs typeface="Arial"/>
              </a:rPr>
              <a:t>Publications – </a:t>
            </a:r>
            <a:r>
              <a:rPr lang="en-US" sz="600">
                <a:solidFill>
                  <a:sysClr val="windowText" lastClr="000000"/>
                </a:solidFill>
                <a:latin typeface="Arial"/>
                <a:cs typeface="Arial"/>
              </a:rPr>
              <a:t>Saadia Mirza</a:t>
            </a:r>
            <a:endParaRPr lang="en-US" sz="600" b="0" kern="120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BB5E70C-8382-B67B-D256-FECFFA883E4E}"/>
              </a:ext>
            </a:extLst>
          </p:cNvPr>
          <p:cNvSpPr/>
          <p:nvPr/>
        </p:nvSpPr>
        <p:spPr>
          <a:xfrm>
            <a:off x="4354985" y="1971765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b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Gunay Gencer 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821D96B-2AEB-5990-F411-0BF0CC411429}"/>
              </a:ext>
            </a:extLst>
          </p:cNvPr>
          <p:cNvSpPr/>
          <p:nvPr/>
        </p:nvSpPr>
        <p:spPr>
          <a:xfrm>
            <a:off x="4342321" y="2514152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Design Authority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/>
                <a:cs typeface="Arial"/>
              </a:rPr>
              <a:t>Akin Adewoye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6A846BC-6EDD-90F5-8FA8-75213795BF75}"/>
              </a:ext>
            </a:extLst>
          </p:cNvPr>
          <p:cNvSpPr/>
          <p:nvPr/>
        </p:nvSpPr>
        <p:spPr>
          <a:xfrm>
            <a:off x="4350456" y="311496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Miriam Martinez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093125F-9212-95FA-C092-10341B247365}"/>
              </a:ext>
            </a:extLst>
          </p:cNvPr>
          <p:cNvSpPr/>
          <p:nvPr/>
        </p:nvSpPr>
        <p:spPr>
          <a:xfrm>
            <a:off x="3054401" y="1685839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Safety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Richard Wang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A6D4691-E945-53CE-4CCC-A3A19612D986}"/>
              </a:ext>
            </a:extLst>
          </p:cNvPr>
          <p:cNvSpPr/>
          <p:nvPr/>
        </p:nvSpPr>
        <p:spPr>
          <a:xfrm>
            <a:off x="5638314" y="3347236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PPM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Roza </a:t>
            </a:r>
            <a:r>
              <a:rPr lang="en-US" sz="60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Afraz</a:t>
            </a:r>
            <a:endParaRPr lang="en-US" sz="600" kern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A0CC75-5B30-CBAC-6D04-6F11D2645D44}"/>
              </a:ext>
            </a:extLst>
          </p:cNvPr>
          <p:cNvGrpSpPr/>
          <p:nvPr/>
        </p:nvGrpSpPr>
        <p:grpSpPr>
          <a:xfrm>
            <a:off x="1721562" y="1682799"/>
            <a:ext cx="1345229" cy="401916"/>
            <a:chOff x="2071071" y="2006629"/>
            <a:chExt cx="1345229" cy="401916"/>
          </a:xfrm>
          <a:solidFill>
            <a:schemeClr val="bg1">
              <a:lumMod val="95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1733440-C414-7F71-C02C-05D9D9253C61}"/>
                </a:ext>
              </a:extLst>
            </p:cNvPr>
            <p:cNvSpPr/>
            <p:nvPr/>
          </p:nvSpPr>
          <p:spPr>
            <a:xfrm>
              <a:off x="2071071" y="2006629"/>
              <a:ext cx="822325" cy="401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b="1">
                  <a:solidFill>
                    <a:sysClr val="windowText" lastClr="000000"/>
                  </a:solidFill>
                  <a:latin typeface="Arial"/>
                  <a:cs typeface="Arial"/>
                </a:rPr>
                <a:t>Independent Validator</a:t>
              </a:r>
              <a:endParaRPr lang="en-US">
                <a:solidFill>
                  <a:sysClr val="windowText" lastClr="000000"/>
                </a:solidFill>
              </a:endParaRPr>
            </a:p>
            <a:p>
              <a:pPr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>
                  <a:solidFill>
                    <a:sysClr val="windowText" lastClr="000000"/>
                  </a:solidFill>
                  <a:latin typeface="Arial"/>
                  <a:cs typeface="Arial"/>
                </a:rPr>
                <a:t>Manuel Trevino</a:t>
              </a:r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FEB5EDA-C650-8A00-023F-96B53A0BFD83}"/>
                </a:ext>
              </a:extLst>
            </p:cNvPr>
            <p:cNvCxnSpPr>
              <a:cxnSpLocks/>
            </p:cNvCxnSpPr>
            <p:nvPr/>
          </p:nvCxnSpPr>
          <p:spPr>
            <a:xfrm>
              <a:off x="2893396" y="2207587"/>
              <a:ext cx="522904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477705-85BC-5392-1230-5FF98ECEA6DE}"/>
              </a:ext>
            </a:extLst>
          </p:cNvPr>
          <p:cNvCxnSpPr>
            <a:cxnSpLocks/>
          </p:cNvCxnSpPr>
          <p:nvPr/>
        </p:nvCxnSpPr>
        <p:spPr>
          <a:xfrm>
            <a:off x="5053018" y="3908442"/>
            <a:ext cx="5337917" cy="2164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2136A5-67AE-B378-52A4-B561BB8587D9}"/>
              </a:ext>
            </a:extLst>
          </p:cNvPr>
          <p:cNvCxnSpPr>
            <a:cxnSpLocks/>
          </p:cNvCxnSpPr>
          <p:nvPr/>
        </p:nvCxnSpPr>
        <p:spPr>
          <a:xfrm>
            <a:off x="1362706" y="3905267"/>
            <a:ext cx="1120888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496CB58-3B3F-8E4C-9EF8-3ABCDA97DEB1}"/>
              </a:ext>
            </a:extLst>
          </p:cNvPr>
          <p:cNvSpPr>
            <a:spLocks/>
          </p:cNvSpPr>
          <p:nvPr/>
        </p:nvSpPr>
        <p:spPr>
          <a:xfrm>
            <a:off x="2527665" y="3920842"/>
            <a:ext cx="51882" cy="8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697DB05B-6889-5DA8-1709-2BEE54A323DD}"/>
              </a:ext>
            </a:extLst>
          </p:cNvPr>
          <p:cNvSpPr/>
          <p:nvPr/>
        </p:nvSpPr>
        <p:spPr>
          <a:xfrm>
            <a:off x="4942665" y="88321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E40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latin typeface="Arial" panose="020B0604020202020204" pitchFamily="34" charset="0"/>
                <a:cs typeface="Arial" panose="020B0604020202020204" pitchFamily="34" charset="0"/>
              </a:rPr>
              <a:t>Project Portfolio Director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Christophe Tilian</a:t>
            </a:r>
            <a:endParaRPr lang="en-US" sz="600" kern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FA1454B-C652-80CC-6417-5385ECC6F1C9}"/>
              </a:ext>
            </a:extLst>
          </p:cNvPr>
          <p:cNvSpPr/>
          <p:nvPr/>
        </p:nvSpPr>
        <p:spPr>
          <a:xfrm>
            <a:off x="5638315" y="2738539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Financial Controller 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Collin Atkinson</a:t>
            </a: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A0AD85D-10AE-A25B-0102-EA006359F6FB}"/>
              </a:ext>
            </a:extLst>
          </p:cNvPr>
          <p:cNvSpPr/>
          <p:nvPr/>
        </p:nvSpPr>
        <p:spPr>
          <a:xfrm>
            <a:off x="4942664" y="1390655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Director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Huseyin Savas</a:t>
            </a:r>
          </a:p>
        </p:txBody>
      </p:sp>
      <p:sp>
        <p:nvSpPr>
          <p:cNvPr id="111" name="Title 1">
            <a:extLst>
              <a:ext uri="{FF2B5EF4-FFF2-40B4-BE49-F238E27FC236}">
                <a16:creationId xmlns:a16="http://schemas.microsoft.com/office/drawing/2014/main" id="{EF58EF58-3665-60F4-4001-A53E263A24B8}"/>
              </a:ext>
            </a:extLst>
          </p:cNvPr>
          <p:cNvSpPr txBox="1">
            <a:spLocks/>
          </p:cNvSpPr>
          <p:nvPr/>
        </p:nvSpPr>
        <p:spPr>
          <a:xfrm>
            <a:off x="199198" y="174085"/>
            <a:ext cx="7247334" cy="58657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1500">
                <a:solidFill>
                  <a:srgbClr val="10191C"/>
                </a:solidFill>
                <a:latin typeface="Arial"/>
                <a:ea typeface="+mn-lt"/>
                <a:cs typeface="Arial"/>
              </a:rPr>
              <a:t>Hitachi Rail GTS Canada – Santiago Extension Line 6 Project</a:t>
            </a:r>
            <a:br>
              <a:rPr lang="en-US" sz="15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</a:br>
            <a:r>
              <a:rPr lang="en-US" sz="1500">
                <a:solidFill>
                  <a:srgbClr val="10191C"/>
                </a:solidFill>
                <a:latin typeface="Arial"/>
                <a:ea typeface="+mn-lt"/>
                <a:cs typeface="Arial"/>
              </a:rPr>
              <a:t>March 2026</a:t>
            </a:r>
            <a:endParaRPr lang="en-US" sz="1500">
              <a:latin typeface="Arial"/>
              <a:cs typeface="Arial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A78DFAF0-8F2A-83DA-9DD3-76077B7211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3" r="3704" b="42029"/>
          <a:stretch>
            <a:fillRect/>
          </a:stretch>
        </p:blipFill>
        <p:spPr>
          <a:xfrm>
            <a:off x="10362139" y="268960"/>
            <a:ext cx="1480354" cy="250876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7A314B8-B619-A438-8510-E1EE13544F51}"/>
              </a:ext>
            </a:extLst>
          </p:cNvPr>
          <p:cNvGrpSpPr/>
          <p:nvPr/>
        </p:nvGrpSpPr>
        <p:grpSpPr>
          <a:xfrm>
            <a:off x="-8881" y="767722"/>
            <a:ext cx="12196767" cy="88429"/>
            <a:chOff x="-3" y="595771"/>
            <a:chExt cx="9144003" cy="66296"/>
          </a:xfrm>
        </p:grpSpPr>
        <p:sp>
          <p:nvSpPr>
            <p:cNvPr id="127" name="正方形/長方形 11">
              <a:extLst>
                <a:ext uri="{FF2B5EF4-FFF2-40B4-BE49-F238E27FC236}">
                  <a16:creationId xmlns:a16="http://schemas.microsoft.com/office/drawing/2014/main" id="{CC6614A2-DA68-C207-7968-BFD234107DC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0" y="595775"/>
              <a:ext cx="9144000" cy="66292"/>
            </a:xfrm>
            <a:prstGeom prst="rect">
              <a:avLst/>
            </a:prstGeom>
            <a:solidFill>
              <a:srgbClr val="73737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28" name="グループ化 62">
              <a:extLst>
                <a:ext uri="{FF2B5EF4-FFF2-40B4-BE49-F238E27FC236}">
                  <a16:creationId xmlns:a16="http://schemas.microsoft.com/office/drawing/2014/main" id="{C675E4B5-8317-2B15-58EE-F362AAD6F2D7}"/>
                </a:ext>
              </a:extLst>
            </p:cNvPr>
            <p:cNvGrpSpPr/>
            <p:nvPr userDrawn="1"/>
          </p:nvGrpSpPr>
          <p:grpSpPr bwMode="gray">
            <a:xfrm>
              <a:off x="-3" y="595771"/>
              <a:ext cx="1318393" cy="66295"/>
              <a:chOff x="312738" y="2747958"/>
              <a:chExt cx="1970087" cy="109542"/>
            </a:xfrm>
          </p:grpSpPr>
          <p:sp>
            <p:nvSpPr>
              <p:cNvPr id="129" name="正方形/長方形 69">
                <a:extLst>
                  <a:ext uri="{FF2B5EF4-FFF2-40B4-BE49-F238E27FC236}">
                    <a16:creationId xmlns:a16="http://schemas.microsoft.com/office/drawing/2014/main" id="{515DA355-CECD-E4BA-8435-6675E994680E}"/>
                  </a:ext>
                </a:extLst>
              </p:cNvPr>
              <p:cNvSpPr/>
              <p:nvPr/>
            </p:nvSpPr>
            <p:spPr bwMode="gray">
              <a:xfrm>
                <a:off x="312738" y="2747958"/>
                <a:ext cx="1970087" cy="109537"/>
              </a:xfrm>
              <a:prstGeom prst="rect">
                <a:avLst/>
              </a:prstGeom>
              <a:solidFill>
                <a:srgbClr val="E40428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0" name="正方形/長方形 70">
                <a:extLst>
                  <a:ext uri="{FF2B5EF4-FFF2-40B4-BE49-F238E27FC236}">
                    <a16:creationId xmlns:a16="http://schemas.microsoft.com/office/drawing/2014/main" id="{169DC2B4-EEF3-D792-C9B9-9A24BA73A2DE}"/>
                  </a:ext>
                </a:extLst>
              </p:cNvPr>
              <p:cNvSpPr/>
              <p:nvPr/>
            </p:nvSpPr>
            <p:spPr bwMode="gray">
              <a:xfrm>
                <a:off x="312738" y="2747963"/>
                <a:ext cx="985837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99F6C09-2EF2-D6B0-B965-17A78FEA8B48}"/>
              </a:ext>
            </a:extLst>
          </p:cNvPr>
          <p:cNvGrpSpPr/>
          <p:nvPr/>
        </p:nvGrpSpPr>
        <p:grpSpPr>
          <a:xfrm>
            <a:off x="337045" y="5814819"/>
            <a:ext cx="1300104" cy="656667"/>
            <a:chOff x="337045" y="5814819"/>
            <a:chExt cx="1300104" cy="656667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90C4FAF-F746-E751-E0B2-F8D990EEF544}"/>
                </a:ext>
              </a:extLst>
            </p:cNvPr>
            <p:cNvGrpSpPr/>
            <p:nvPr/>
          </p:nvGrpSpPr>
          <p:grpSpPr>
            <a:xfrm>
              <a:off x="414338" y="6166477"/>
              <a:ext cx="233362" cy="242639"/>
              <a:chOff x="461963" y="6100690"/>
              <a:chExt cx="233362" cy="242639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9B8FFF2-BD5F-13C9-6439-2EA807CA2888}"/>
                  </a:ext>
                </a:extLst>
              </p:cNvPr>
              <p:cNvSpPr/>
              <p:nvPr/>
            </p:nvSpPr>
            <p:spPr>
              <a:xfrm>
                <a:off x="461963" y="6100690"/>
                <a:ext cx="233362" cy="75313"/>
              </a:xfrm>
              <a:prstGeom prst="rect">
                <a:avLst/>
              </a:prstGeom>
              <a:solidFill>
                <a:srgbClr val="D4EC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22AA219A-6DCF-6764-8348-361C22C146A5}"/>
                  </a:ext>
                </a:extLst>
              </p:cNvPr>
              <p:cNvSpPr/>
              <p:nvPr/>
            </p:nvSpPr>
            <p:spPr>
              <a:xfrm>
                <a:off x="461963" y="6268016"/>
                <a:ext cx="233362" cy="7531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06CD9A0-D23B-D3FA-4EDA-86E52E27B72D}"/>
                </a:ext>
              </a:extLst>
            </p:cNvPr>
            <p:cNvSpPr txBox="1"/>
            <p:nvPr/>
          </p:nvSpPr>
          <p:spPr>
            <a:xfrm>
              <a:off x="622737" y="6114245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/>
                <a:t>GTS Chile</a:t>
              </a:r>
              <a:endParaRPr lang="en-US" sz="70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B5BF82F-931D-8A3A-288A-4787E81A0A96}"/>
                </a:ext>
              </a:extLst>
            </p:cNvPr>
            <p:cNvSpPr txBox="1"/>
            <p:nvPr/>
          </p:nvSpPr>
          <p:spPr>
            <a:xfrm>
              <a:off x="622737" y="6271431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/>
                <a:t>GTS Canada</a:t>
              </a:r>
              <a:endParaRPr lang="en-US" sz="70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E535720-F959-5866-0F87-24671D8A5BEB}"/>
                </a:ext>
              </a:extLst>
            </p:cNvPr>
            <p:cNvSpPr txBox="1"/>
            <p:nvPr/>
          </p:nvSpPr>
          <p:spPr>
            <a:xfrm>
              <a:off x="337045" y="5814819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 b="1"/>
                <a:t>Legend</a:t>
              </a:r>
              <a:endParaRPr lang="en-US" sz="700" b="1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0A71C9-2F87-8194-722C-E867252B88D6}"/>
              </a:ext>
            </a:extLst>
          </p:cNvPr>
          <p:cNvCxnSpPr>
            <a:cxnSpLocks/>
          </p:cNvCxnSpPr>
          <p:nvPr/>
        </p:nvCxnSpPr>
        <p:spPr>
          <a:xfrm flipV="1">
            <a:off x="7958913" y="3931838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B477103-809A-470D-E8C6-A49D83081458}"/>
              </a:ext>
            </a:extLst>
          </p:cNvPr>
          <p:cNvGrpSpPr/>
          <p:nvPr/>
        </p:nvGrpSpPr>
        <p:grpSpPr>
          <a:xfrm>
            <a:off x="2197217" y="4019007"/>
            <a:ext cx="3556071" cy="2641805"/>
            <a:chOff x="2197217" y="4019007"/>
            <a:chExt cx="3556071" cy="264180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458EBC4-B7D7-A878-A5D9-FCDA21E23F3B}"/>
                </a:ext>
              </a:extLst>
            </p:cNvPr>
            <p:cNvSpPr/>
            <p:nvPr/>
          </p:nvSpPr>
          <p:spPr>
            <a:xfrm>
              <a:off x="4920963" y="4900948"/>
              <a:ext cx="104294" cy="31650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16503"/>
                  </a:lnTo>
                  <a:lnTo>
                    <a:pt x="104294" y="316503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F34A173-8D89-E50D-6EA0-60B930DBE106}"/>
                </a:ext>
              </a:extLst>
            </p:cNvPr>
            <p:cNvSpPr/>
            <p:nvPr/>
          </p:nvSpPr>
          <p:spPr>
            <a:xfrm>
              <a:off x="3889602" y="4383446"/>
              <a:ext cx="1322910" cy="15306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6532"/>
                  </a:lnTo>
                  <a:lnTo>
                    <a:pt x="1322910" y="76532"/>
                  </a:lnTo>
                  <a:lnTo>
                    <a:pt x="1322910" y="15306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3C5E6E5-BDE2-B9E6-EB10-1A4C8203F5D2}"/>
                </a:ext>
              </a:extLst>
            </p:cNvPr>
            <p:cNvSpPr/>
            <p:nvPr/>
          </p:nvSpPr>
          <p:spPr>
            <a:xfrm>
              <a:off x="4039022" y="4900948"/>
              <a:ext cx="118194" cy="157764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77645"/>
                  </a:lnTo>
                  <a:lnTo>
                    <a:pt x="118194" y="1577645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52B5E2-98D5-2564-6129-B31687BD2B8B}"/>
                </a:ext>
              </a:extLst>
            </p:cNvPr>
            <p:cNvSpPr/>
            <p:nvPr/>
          </p:nvSpPr>
          <p:spPr>
            <a:xfrm>
              <a:off x="4039022" y="4900948"/>
              <a:ext cx="118442" cy="112103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21030"/>
                  </a:lnTo>
                  <a:lnTo>
                    <a:pt x="118442" y="1121030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B1D5065-DA19-7CA0-7A7A-C18A0AD7BD4D}"/>
                </a:ext>
              </a:extLst>
            </p:cNvPr>
            <p:cNvSpPr/>
            <p:nvPr/>
          </p:nvSpPr>
          <p:spPr>
            <a:xfrm>
              <a:off x="4039022" y="4900948"/>
              <a:ext cx="118194" cy="71043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10432"/>
                  </a:lnTo>
                  <a:lnTo>
                    <a:pt x="118194" y="710432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9C805A0-577B-69DD-B890-A4E7C42CADDB}"/>
                </a:ext>
              </a:extLst>
            </p:cNvPr>
            <p:cNvSpPr/>
            <p:nvPr/>
          </p:nvSpPr>
          <p:spPr>
            <a:xfrm>
              <a:off x="4039022" y="4900948"/>
              <a:ext cx="105052" cy="28583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85839"/>
                  </a:lnTo>
                  <a:lnTo>
                    <a:pt x="105052" y="285839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2F48DAF-0C66-1B1D-33B8-15B9D844AE41}"/>
                </a:ext>
              </a:extLst>
            </p:cNvPr>
            <p:cNvSpPr/>
            <p:nvPr/>
          </p:nvSpPr>
          <p:spPr>
            <a:xfrm>
              <a:off x="3889602" y="4383446"/>
              <a:ext cx="440970" cy="15306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6532"/>
                  </a:lnTo>
                  <a:lnTo>
                    <a:pt x="440970" y="76532"/>
                  </a:lnTo>
                  <a:lnTo>
                    <a:pt x="440970" y="15306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DB7D479-39C3-3627-6ED0-F4A7AB85ADFC}"/>
                </a:ext>
              </a:extLst>
            </p:cNvPr>
            <p:cNvSpPr/>
            <p:nvPr/>
          </p:nvSpPr>
          <p:spPr>
            <a:xfrm>
              <a:off x="3152045" y="4882168"/>
              <a:ext cx="100402" cy="113980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39809"/>
                  </a:lnTo>
                  <a:lnTo>
                    <a:pt x="100402" y="1139809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02EAAED-65EE-9331-8D44-AD861D70F2B4}"/>
                </a:ext>
              </a:extLst>
            </p:cNvPr>
            <p:cNvSpPr/>
            <p:nvPr/>
          </p:nvSpPr>
          <p:spPr>
            <a:xfrm>
              <a:off x="3152045" y="4882168"/>
              <a:ext cx="107458" cy="72740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27404"/>
                  </a:lnTo>
                  <a:lnTo>
                    <a:pt x="107458" y="72740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BCC12D8-4EFF-17E7-9EFE-AA864C1F527B}"/>
                </a:ext>
              </a:extLst>
            </p:cNvPr>
            <p:cNvSpPr/>
            <p:nvPr/>
          </p:nvSpPr>
          <p:spPr>
            <a:xfrm>
              <a:off x="3152045" y="4882168"/>
              <a:ext cx="103493" cy="30380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03806"/>
                  </a:lnTo>
                  <a:lnTo>
                    <a:pt x="103493" y="303806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3B3232A-7786-733C-1FD9-A6AF20DBFAE6}"/>
                </a:ext>
              </a:extLst>
            </p:cNvPr>
            <p:cNvSpPr/>
            <p:nvPr/>
          </p:nvSpPr>
          <p:spPr>
            <a:xfrm>
              <a:off x="3443596" y="4383446"/>
              <a:ext cx="446006" cy="1342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46006" y="0"/>
                  </a:moveTo>
                  <a:lnTo>
                    <a:pt x="446006" y="57752"/>
                  </a:lnTo>
                  <a:lnTo>
                    <a:pt x="0" y="57752"/>
                  </a:lnTo>
                  <a:lnTo>
                    <a:pt x="0" y="13428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E30E141-71A2-A43E-B6CB-36D06BEA10CD}"/>
                </a:ext>
              </a:extLst>
            </p:cNvPr>
            <p:cNvSpPr/>
            <p:nvPr/>
          </p:nvSpPr>
          <p:spPr>
            <a:xfrm>
              <a:off x="2270105" y="4882168"/>
              <a:ext cx="109331" cy="85278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52785"/>
                  </a:lnTo>
                  <a:lnTo>
                    <a:pt x="109331" y="852785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1BBCDA4-942C-35ED-A687-C7DFA60730AF}"/>
                </a:ext>
              </a:extLst>
            </p:cNvPr>
            <p:cNvSpPr/>
            <p:nvPr/>
          </p:nvSpPr>
          <p:spPr>
            <a:xfrm>
              <a:off x="2270105" y="4882168"/>
              <a:ext cx="109331" cy="3352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5283"/>
                  </a:lnTo>
                  <a:lnTo>
                    <a:pt x="109331" y="335283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38D54C4-DCDE-8BFA-82F8-27BA5C1AF1F3}"/>
                </a:ext>
              </a:extLst>
            </p:cNvPr>
            <p:cNvSpPr/>
            <p:nvPr/>
          </p:nvSpPr>
          <p:spPr>
            <a:xfrm>
              <a:off x="2561655" y="4383446"/>
              <a:ext cx="1327947" cy="1342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327947" y="0"/>
                  </a:moveTo>
                  <a:lnTo>
                    <a:pt x="1327947" y="57752"/>
                  </a:lnTo>
                  <a:lnTo>
                    <a:pt x="0" y="57752"/>
                  </a:lnTo>
                  <a:lnTo>
                    <a:pt x="0" y="13428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295A083-0C89-0079-4E3E-EA62627A8064}"/>
                </a:ext>
              </a:extLst>
            </p:cNvPr>
            <p:cNvSpPr/>
            <p:nvPr/>
          </p:nvSpPr>
          <p:spPr>
            <a:xfrm>
              <a:off x="3310685" y="4019007"/>
              <a:ext cx="1157834" cy="364438"/>
            </a:xfrm>
            <a:custGeom>
              <a:avLst/>
              <a:gdLst>
                <a:gd name="connsiteX0" fmla="*/ 0 w 1157834"/>
                <a:gd name="connsiteY0" fmla="*/ 0 h 364438"/>
                <a:gd name="connsiteX1" fmla="*/ 1157834 w 1157834"/>
                <a:gd name="connsiteY1" fmla="*/ 0 h 364438"/>
                <a:gd name="connsiteX2" fmla="*/ 1157834 w 1157834"/>
                <a:gd name="connsiteY2" fmla="*/ 364438 h 364438"/>
                <a:gd name="connsiteX3" fmla="*/ 0 w 1157834"/>
                <a:gd name="connsiteY3" fmla="*/ 364438 h 364438"/>
                <a:gd name="connsiteX4" fmla="*/ 0 w 1157834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834" h="364438">
                  <a:moveTo>
                    <a:pt x="0" y="0"/>
                  </a:moveTo>
                  <a:lnTo>
                    <a:pt x="1157834" y="0"/>
                  </a:lnTo>
                  <a:lnTo>
                    <a:pt x="1157834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10" tIns="3810" rIns="3810" bIns="381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1" kern="1200">
                  <a:solidFill>
                    <a:schemeClr val="tx1"/>
                  </a:solidFill>
                  <a:latin typeface="Arial"/>
                  <a:cs typeface="Arial"/>
                </a:rPr>
                <a:t>Solution Engineering </a:t>
              </a:r>
            </a:p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1" kern="1200">
                  <a:solidFill>
                    <a:schemeClr val="tx1"/>
                  </a:solidFill>
                  <a:latin typeface="Arial"/>
                  <a:cs typeface="Arial"/>
                </a:rPr>
                <a:t>Manager</a:t>
              </a:r>
            </a:p>
            <a:p>
              <a:pPr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kern="1200">
                  <a:solidFill>
                    <a:schemeClr val="tx1"/>
                  </a:solidFill>
                </a:rPr>
                <a:t>Gautier </a:t>
              </a:r>
              <a:r>
                <a:rPr lang="en-US" sz="600" kern="1200" err="1">
                  <a:solidFill>
                    <a:schemeClr val="tx1"/>
                  </a:solidFill>
                </a:rPr>
                <a:t>Thelliez</a:t>
              </a:r>
              <a:endParaRPr lang="en-US" sz="600" kern="1200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7E2711-66F8-3814-FF91-26ACB94E6433}"/>
                </a:ext>
              </a:extLst>
            </p:cNvPr>
            <p:cNvSpPr/>
            <p:nvPr/>
          </p:nvSpPr>
          <p:spPr>
            <a:xfrm>
              <a:off x="2197217" y="451773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10" tIns="3810" rIns="3810" bIns="381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>
                  <a:solidFill>
                    <a:schemeClr val="tx1"/>
                  </a:solidFill>
                </a:rPr>
                <a:t>System Engineering</a:t>
              </a:r>
              <a:endParaRPr lang="en-US" sz="600" b="0" kern="1200">
                <a:solidFill>
                  <a:schemeClr val="tx1"/>
                </a:solidFill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CA5C403-2C4E-E191-F8E7-25A769ED154A}"/>
                </a:ext>
              </a:extLst>
            </p:cNvPr>
            <p:cNvSpPr/>
            <p:nvPr/>
          </p:nvSpPr>
          <p:spPr>
            <a:xfrm>
              <a:off x="2379436" y="5035232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Systems Design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Gene Masa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816DF66-5904-F10A-614C-2053A7FF2DFA}"/>
                </a:ext>
              </a:extLst>
            </p:cNvPr>
            <p:cNvSpPr/>
            <p:nvPr/>
          </p:nvSpPr>
          <p:spPr>
            <a:xfrm>
              <a:off x="2379436" y="5552735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Signalling Design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Marc Brasoveanu</a:t>
              </a: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CD982F4-2FE3-EADD-EDA2-B2EF4DB760EC}"/>
                </a:ext>
              </a:extLst>
            </p:cNvPr>
            <p:cNvSpPr/>
            <p:nvPr/>
          </p:nvSpPr>
          <p:spPr>
            <a:xfrm>
              <a:off x="3079158" y="451773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>
                  <a:solidFill>
                    <a:schemeClr val="tx1"/>
                  </a:solidFill>
                </a:rPr>
                <a:t>Software Engineering</a:t>
              </a:r>
              <a:endParaRPr lang="en-US" sz="600" b="0" kern="1200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80DB2D8-F813-969F-D1DB-B965974A810E}"/>
                </a:ext>
              </a:extLst>
            </p:cNvPr>
            <p:cNvSpPr/>
            <p:nvPr/>
          </p:nvSpPr>
          <p:spPr>
            <a:xfrm>
              <a:off x="3255538" y="5003756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Central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Daniel Ko</a:t>
              </a: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2FDC0B1-3E83-5ED7-02B3-A205819C2199}"/>
                </a:ext>
              </a:extLst>
            </p:cNvPr>
            <p:cNvSpPr/>
            <p:nvPr/>
          </p:nvSpPr>
          <p:spPr>
            <a:xfrm>
              <a:off x="3259503" y="5427353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Vehicle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Nimesh Teliawala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F866F2C-1386-918F-F2CC-5A5FC58D4F9D}"/>
                </a:ext>
              </a:extLst>
            </p:cNvPr>
            <p:cNvSpPr/>
            <p:nvPr/>
          </p:nvSpPr>
          <p:spPr>
            <a:xfrm>
              <a:off x="3252448" y="5839759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Wayside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Parthi Nallianathan</a:t>
              </a: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F4132BF-731C-AEBC-3641-68A0FC9F8D1E}"/>
                </a:ext>
              </a:extLst>
            </p:cNvPr>
            <p:cNvSpPr/>
            <p:nvPr/>
          </p:nvSpPr>
          <p:spPr>
            <a:xfrm>
              <a:off x="3966134" y="453651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>
                  <a:solidFill>
                    <a:schemeClr val="tx1"/>
                  </a:solidFill>
                </a:rPr>
                <a:t>Hardware Engineering 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>
                  <a:solidFill>
                    <a:schemeClr val="tx1"/>
                  </a:solidFill>
                </a:rPr>
                <a:t>Sophia Gan</a:t>
              </a:r>
              <a:endParaRPr lang="en-US" sz="600" b="0" kern="1200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D012F55-2C2A-FA2F-59DA-0F0883D9324F}"/>
                </a:ext>
              </a:extLst>
            </p:cNvPr>
            <p:cNvSpPr/>
            <p:nvPr/>
          </p:nvSpPr>
          <p:spPr>
            <a:xfrm>
              <a:off x="4144075" y="5004568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Vehicle Hardware Development</a:t>
              </a:r>
            </a:p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>
                  <a:solidFill>
                    <a:schemeClr val="tx1"/>
                  </a:solidFill>
                  <a:ea typeface="+mn-lt"/>
                  <a:cs typeface="+mn-lt"/>
                </a:rPr>
                <a:t>Farzin Sepehri</a:t>
              </a: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5DC72F0-0E23-6BC6-F909-B1DC2E73D8A6}"/>
                </a:ext>
              </a:extLst>
            </p:cNvPr>
            <p:cNvSpPr/>
            <p:nvPr/>
          </p:nvSpPr>
          <p:spPr>
            <a:xfrm>
              <a:off x="4157217" y="5429161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>
                  <a:solidFill>
                    <a:schemeClr val="tx1"/>
                  </a:solidFill>
                </a:rPr>
                <a:t>Wayside HwARC</a:t>
              </a:r>
            </a:p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>
                  <a:solidFill>
                    <a:schemeClr val="tx1"/>
                  </a:solidFill>
                </a:rPr>
                <a:t>Marco De Thomasis  </a:t>
              </a: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A84F49C-96CE-A19A-62B0-066F2F4273DA}"/>
                </a:ext>
              </a:extLst>
            </p:cNvPr>
            <p:cNvSpPr/>
            <p:nvPr/>
          </p:nvSpPr>
          <p:spPr>
            <a:xfrm>
              <a:off x="4157465" y="5839759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HW Compliance/ EMC/EMI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Shayan Dargahi</a:t>
              </a: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96D4F47-5A23-41E8-2EBE-6A4A4E7045B4}"/>
                </a:ext>
              </a:extLst>
            </p:cNvPr>
            <p:cNvSpPr/>
            <p:nvPr/>
          </p:nvSpPr>
          <p:spPr>
            <a:xfrm>
              <a:off x="4157217" y="6296374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Tools Hardware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Marius Beica</a:t>
              </a: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CE4295A-4E6D-BCE8-A08B-6BF6E6F1FFB2}"/>
                </a:ext>
              </a:extLst>
            </p:cNvPr>
            <p:cNvSpPr/>
            <p:nvPr/>
          </p:nvSpPr>
          <p:spPr>
            <a:xfrm>
              <a:off x="4848075" y="453651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kern="1200">
                  <a:solidFill>
                    <a:schemeClr val="tx1"/>
                  </a:solidFill>
                </a:rPr>
                <a:t>ITV</a:t>
              </a:r>
              <a:endParaRPr lang="en-US" sz="600" kern="1200">
                <a:solidFill>
                  <a:schemeClr val="tx1"/>
                </a:solidFill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321E119-7DB5-919D-8C6E-549F7DF75B07}"/>
                </a:ext>
              </a:extLst>
            </p:cNvPr>
            <p:cNvSpPr/>
            <p:nvPr/>
          </p:nvSpPr>
          <p:spPr>
            <a:xfrm>
              <a:off x="5024412" y="5000421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Core CBTC &amp; ITV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Gnany Ratnam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9C61FC5-980B-BCF8-0552-8322733A8CAF}"/>
                </a:ext>
              </a:extLst>
            </p:cNvPr>
            <p:cNvSpPr/>
            <p:nvPr/>
          </p:nvSpPr>
          <p:spPr>
            <a:xfrm>
              <a:off x="3252213" y="6258035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Tools Design Integration &amp; ITV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Rahul Duggal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53BDF-520E-A5BD-6BFB-CD82A36DA0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5176" y="3925321"/>
            <a:ext cx="91638" cy="8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85F5C9-B66B-ABC5-FC01-44999E69B428}"/>
              </a:ext>
            </a:extLst>
          </p:cNvPr>
          <p:cNvCxnSpPr>
            <a:cxnSpLocks/>
          </p:cNvCxnSpPr>
          <p:nvPr/>
        </p:nvCxnSpPr>
        <p:spPr>
          <a:xfrm>
            <a:off x="3184525" y="3908442"/>
            <a:ext cx="1310484" cy="577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7F1784-28DE-EA04-FC00-CCE4AC3C3DFB}"/>
              </a:ext>
            </a:extLst>
          </p:cNvPr>
          <p:cNvCxnSpPr>
            <a:cxnSpLocks/>
          </p:cNvCxnSpPr>
          <p:nvPr/>
        </p:nvCxnSpPr>
        <p:spPr>
          <a:xfrm>
            <a:off x="3910394" y="3919623"/>
            <a:ext cx="0" cy="83592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9" name="Content Placeholder 5">
            <a:extLst>
              <a:ext uri="{FF2B5EF4-FFF2-40B4-BE49-F238E27FC236}">
                <a16:creationId xmlns:a16="http://schemas.microsoft.com/office/drawing/2014/main" id="{3B93B393-3178-14C3-364C-DD07964C67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391792"/>
              </p:ext>
            </p:extLst>
          </p:nvPr>
        </p:nvGraphicFramePr>
        <p:xfrm>
          <a:off x="6853835" y="3737577"/>
          <a:ext cx="2219953" cy="1892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7CBD83-F24D-8A33-1196-9A3ED871F8B0}"/>
              </a:ext>
            </a:extLst>
          </p:cNvPr>
          <p:cNvCxnSpPr>
            <a:cxnSpLocks/>
          </p:cNvCxnSpPr>
          <p:nvPr/>
        </p:nvCxnSpPr>
        <p:spPr>
          <a:xfrm flipV="1">
            <a:off x="10393701" y="3931838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DD5BDB-E8BF-13B8-08EB-80A90A1C33ED}"/>
              </a:ext>
            </a:extLst>
          </p:cNvPr>
          <p:cNvGrpSpPr/>
          <p:nvPr/>
        </p:nvGrpSpPr>
        <p:grpSpPr>
          <a:xfrm>
            <a:off x="5953785" y="5583000"/>
            <a:ext cx="705254" cy="420252"/>
            <a:chOff x="3081941" y="1896508"/>
            <a:chExt cx="609745" cy="30524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8ECACC0-674C-A17D-45A5-FF188E77C3B2}"/>
                </a:ext>
              </a:extLst>
            </p:cNvPr>
            <p:cNvSpPr/>
            <p:nvPr/>
          </p:nvSpPr>
          <p:spPr>
            <a:xfrm>
              <a:off x="3086911" y="1896508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6021F86-8E95-A7DF-045F-06D062F46ECA}"/>
                </a:ext>
              </a:extLst>
            </p:cNvPr>
            <p:cNvSpPr txBox="1"/>
            <p:nvPr/>
          </p:nvSpPr>
          <p:spPr>
            <a:xfrm>
              <a:off x="3081941" y="1899365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DCC – ViewTrac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WPM: Michael Maris, Developer: Aleksei Kirilenko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E0F7F0-2B8A-B20B-1EA5-A23610627195}"/>
              </a:ext>
            </a:extLst>
          </p:cNvPr>
          <p:cNvCxnSpPr>
            <a:cxnSpLocks/>
          </p:cNvCxnSpPr>
          <p:nvPr/>
        </p:nvCxnSpPr>
        <p:spPr>
          <a:xfrm>
            <a:off x="5841362" y="4938541"/>
            <a:ext cx="3132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924C7-AC50-D1E3-977A-257FF9FDA188}"/>
              </a:ext>
            </a:extLst>
          </p:cNvPr>
          <p:cNvGrpSpPr/>
          <p:nvPr/>
        </p:nvGrpSpPr>
        <p:grpSpPr>
          <a:xfrm>
            <a:off x="5952377" y="4750709"/>
            <a:ext cx="734174" cy="386137"/>
            <a:chOff x="2974622" y="1095100"/>
            <a:chExt cx="604775" cy="30238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073E37-5ACD-40CB-99A1-54D44D34FD42}"/>
                </a:ext>
              </a:extLst>
            </p:cNvPr>
            <p:cNvSpPr/>
            <p:nvPr/>
          </p:nvSpPr>
          <p:spPr>
            <a:xfrm>
              <a:off x="2974622" y="1095100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77A7C73-567A-023F-F21A-82CFEF150B56}"/>
                </a:ext>
              </a:extLst>
            </p:cNvPr>
            <p:cNvSpPr txBox="1"/>
            <p:nvPr/>
          </p:nvSpPr>
          <p:spPr>
            <a:xfrm>
              <a:off x="2974622" y="1095100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Configuration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Manager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>
                  <a:solidFill>
                    <a:schemeClr val="tx1"/>
                  </a:solidFill>
                </a:rPr>
                <a:t>Debahuti Sarmah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DB7E6B2-172F-0157-5854-C97121FC41FA}"/>
              </a:ext>
            </a:extLst>
          </p:cNvPr>
          <p:cNvCxnSpPr>
            <a:cxnSpLocks/>
          </p:cNvCxnSpPr>
          <p:nvPr/>
        </p:nvCxnSpPr>
        <p:spPr>
          <a:xfrm>
            <a:off x="5846506" y="5166478"/>
            <a:ext cx="0" cy="56237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952D9EB-F9C2-2D90-6FAE-88FA2E43F165}"/>
              </a:ext>
            </a:extLst>
          </p:cNvPr>
          <p:cNvSpPr/>
          <p:nvPr/>
        </p:nvSpPr>
        <p:spPr>
          <a:xfrm>
            <a:off x="3151811" y="5272535"/>
            <a:ext cx="100402" cy="8430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139809"/>
                </a:lnTo>
                <a:lnTo>
                  <a:pt x="100402" y="1139809"/>
                </a:lnTo>
              </a:path>
            </a:pathLst>
          </a:custGeom>
          <a:noFill/>
          <a:ln w="9525">
            <a:solidFill>
              <a:srgbClr val="B3B3B3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6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0B8030D-C77D-2835-B269-F1E583AF6476}"/>
              </a:ext>
            </a:extLst>
          </p:cNvPr>
          <p:cNvSpPr/>
          <p:nvPr/>
        </p:nvSpPr>
        <p:spPr>
          <a:xfrm flipH="1">
            <a:off x="3034894" y="5118956"/>
            <a:ext cx="116917" cy="8430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139809"/>
                </a:lnTo>
                <a:lnTo>
                  <a:pt x="100402" y="1139809"/>
                </a:lnTo>
              </a:path>
            </a:pathLst>
          </a:custGeom>
          <a:noFill/>
          <a:ln w="9525">
            <a:solidFill>
              <a:srgbClr val="B3B3B3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6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AE53E-31EF-81F6-51D8-6FBEF6E84094}"/>
              </a:ext>
            </a:extLst>
          </p:cNvPr>
          <p:cNvSpPr/>
          <p:nvPr/>
        </p:nvSpPr>
        <p:spPr>
          <a:xfrm>
            <a:off x="2325525" y="6096110"/>
            <a:ext cx="728876" cy="364438"/>
          </a:xfrm>
          <a:custGeom>
            <a:avLst/>
            <a:gdLst>
              <a:gd name="connsiteX0" fmla="*/ 0 w 728876"/>
              <a:gd name="connsiteY0" fmla="*/ 0 h 364438"/>
              <a:gd name="connsiteX1" fmla="*/ 728876 w 728876"/>
              <a:gd name="connsiteY1" fmla="*/ 0 h 364438"/>
              <a:gd name="connsiteX2" fmla="*/ 728876 w 728876"/>
              <a:gd name="connsiteY2" fmla="*/ 364438 h 364438"/>
              <a:gd name="connsiteX3" fmla="*/ 0 w 728876"/>
              <a:gd name="connsiteY3" fmla="*/ 364438 h 364438"/>
              <a:gd name="connsiteX4" fmla="*/ 0 w 728876"/>
              <a:gd name="connsiteY4" fmla="*/ 0 h 364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876" h="364438">
                <a:moveTo>
                  <a:pt x="0" y="0"/>
                </a:moveTo>
                <a:lnTo>
                  <a:pt x="728876" y="0"/>
                </a:lnTo>
                <a:lnTo>
                  <a:pt x="728876" y="364438"/>
                </a:lnTo>
                <a:lnTo>
                  <a:pt x="0" y="36443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5" tIns="4445" rIns="4445" bIns="444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chemeClr val="tx1"/>
                </a:solidFill>
              </a:rPr>
              <a:t>Simulator Software Development</a:t>
            </a:r>
          </a:p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>
                <a:solidFill>
                  <a:schemeClr val="tx1"/>
                </a:solidFill>
              </a:rPr>
              <a:t>Rahul Duggal</a:t>
            </a: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7CA1F8D3-01A6-C8F6-DE83-E27D258C51F7}"/>
              </a:ext>
            </a:extLst>
          </p:cNvPr>
          <p:cNvCxnSpPr>
            <a:cxnSpLocks/>
          </p:cNvCxnSpPr>
          <p:nvPr/>
        </p:nvCxnSpPr>
        <p:spPr>
          <a:xfrm>
            <a:off x="2510672" y="2358542"/>
            <a:ext cx="18137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C70200E-DA44-0368-91CA-5BE770F06BD2}"/>
              </a:ext>
            </a:extLst>
          </p:cNvPr>
          <p:cNvCxnSpPr>
            <a:cxnSpLocks/>
          </p:cNvCxnSpPr>
          <p:nvPr/>
        </p:nvCxnSpPr>
        <p:spPr>
          <a:xfrm flipH="1">
            <a:off x="2748531" y="1898084"/>
            <a:ext cx="9766" cy="496925"/>
          </a:xfrm>
          <a:prstGeom prst="line">
            <a:avLst/>
          </a:prstGeom>
          <a:ln w="9525">
            <a:solidFill>
              <a:schemeClr val="tx1"/>
            </a:solidFill>
            <a:prstDash val="lgDashDot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91F74F7-79AF-F075-5FF5-C5A1B09FC258}"/>
              </a:ext>
            </a:extLst>
          </p:cNvPr>
          <p:cNvGrpSpPr/>
          <p:nvPr/>
        </p:nvGrpSpPr>
        <p:grpSpPr>
          <a:xfrm>
            <a:off x="8865424" y="3819864"/>
            <a:ext cx="3051021" cy="2310633"/>
            <a:chOff x="8513947" y="1214094"/>
            <a:chExt cx="3051021" cy="2310633"/>
          </a:xfrm>
        </p:grpSpPr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1FE6F061-6D0B-6098-6AA2-65B2B519766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23368411"/>
                </p:ext>
              </p:extLst>
            </p:nvPr>
          </p:nvGraphicFramePr>
          <p:xfrm>
            <a:off x="8513947" y="1214094"/>
            <a:ext cx="3051021" cy="222828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0BDEE541-05CB-C84A-17DC-A0FAD87C9B61}"/>
                </a:ext>
              </a:extLst>
            </p:cNvPr>
            <p:cNvSpPr txBox="1">
              <a:spLocks/>
            </p:cNvSpPr>
            <p:nvPr/>
          </p:nvSpPr>
          <p:spPr>
            <a:xfrm>
              <a:off x="9247340" y="3269586"/>
              <a:ext cx="1584233" cy="255141"/>
            </a:xfrm>
            <a:prstGeom prst="rect">
              <a:avLst/>
            </a:prstGeom>
          </p:spPr>
          <p:txBody>
            <a:bodyPr vert="horz" lIns="0" tIns="45720" rIns="9144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GB" sz="25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>
                <a:tabLst>
                  <a:tab pos="2865755" algn="ctr"/>
                  <a:tab pos="5731510" algn="r"/>
                </a:tabLst>
              </a:pPr>
              <a:r>
                <a:rPr lang="es-CL" sz="1000" b="0">
                  <a:effectLst/>
                  <a:latin typeface="Calibri"/>
                  <a:ea typeface="Calibri"/>
                  <a:cs typeface="Times New Roman"/>
                </a:rPr>
                <a:t>Enabling Works (1st Stage)</a:t>
              </a:r>
              <a:endParaRPr lang="en-US" sz="1000" b="0">
                <a:effectLst/>
                <a:latin typeface="Calibri"/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99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dlc_DocId xmlns="4eed3181-67cc-4905-9bfe-6681b024eab3">URSPROJ-2131783011-783</_dlc_DocId>
    <_dlc_DocIdUrl xmlns="4eed3181-67cc-4905-9bfe-6681b024eab3">
      <Url>https://urbanandmainlines.sharepoint.com/sites/GTS-CA-URSProjectsCommunity/_layouts/15/DocIdRedir.aspx?ID=URSPROJ-2131783011-783</Url>
      <Description>URSPROJ-2131783011-783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490233BAB4294C9168DA3C4B20F408" ma:contentTypeVersion="9" ma:contentTypeDescription="Create a new document." ma:contentTypeScope="" ma:versionID="7255dc8a9a43dfb5088f18fc7393523f">
  <xsd:schema xmlns:xsd="http://www.w3.org/2001/XMLSchema" xmlns:xs="http://www.w3.org/2001/XMLSchema" xmlns:p="http://schemas.microsoft.com/office/2006/metadata/properties" xmlns:ns1="http://schemas.microsoft.com/sharepoint/v3" xmlns:ns2="4eed3181-67cc-4905-9bfe-6681b024eab3" xmlns:ns3="46b861ba-21be-4977-b44c-abc2d0c555f9" targetNamespace="http://schemas.microsoft.com/office/2006/metadata/properties" ma:root="true" ma:fieldsID="5c9c0248950e0aa1670139c91c84f58c" ns1:_="" ns2:_="" ns3:_="">
    <xsd:import namespace="http://schemas.microsoft.com/sharepoint/v3"/>
    <xsd:import namespace="4eed3181-67cc-4905-9bfe-6681b024eab3"/>
    <xsd:import namespace="46b861ba-21be-4977-b44c-abc2d0c555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d3181-67cc-4905-9bfe-6681b024eab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861ba-21be-4977-b44c-abc2d0c55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D3F5232-23FD-46D5-AE0E-C92EEA5DD6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274955-265A-4BC0-91B6-F5A92D0DF6A7}">
  <ds:schemaRefs>
    <ds:schemaRef ds:uri="ae6cae62-2fc6-4f05-a4df-da397700dc14"/>
    <ds:schemaRef ds:uri="ec1b16e3-c30d-4be9-9272-c327f166da4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F7B1287-98D7-48A0-8020-6A590002CED0}"/>
</file>

<file path=customXml/itemProps4.xml><?xml version="1.0" encoding="utf-8"?>
<ds:datastoreItem xmlns:ds="http://schemas.openxmlformats.org/officeDocument/2006/customXml" ds:itemID="{1490A497-A4E9-4474-A2B2-F7EDB89EC0C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Thales North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CUSTODIO Erela</dc:creator>
  <cp:revision>1</cp:revision>
  <dcterms:created xsi:type="dcterms:W3CDTF">2025-01-20T20:03:55Z</dcterms:created>
  <dcterms:modified xsi:type="dcterms:W3CDTF">2026-03-06T18:48:04Z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c91a-b32e-488d-b670-a1d2c23c2c99_Enabled">
    <vt:lpwstr>true</vt:lpwstr>
  </property>
  <property fmtid="{D5CDD505-2E9C-101B-9397-08002B2CF9AE}" pid="3" name="MSIP_Label_ff38c91a-b32e-488d-b670-a1d2c23c2c99_SetDate">
    <vt:lpwstr>2025-01-20T20:04:45Z</vt:lpwstr>
  </property>
  <property fmtid="{D5CDD505-2E9C-101B-9397-08002B2CF9AE}" pid="4" name="MSIP_Label_ff38c91a-b32e-488d-b670-a1d2c23c2c99_Method">
    <vt:lpwstr>Privileged</vt:lpwstr>
  </property>
  <property fmtid="{D5CDD505-2E9C-101B-9397-08002B2CF9AE}" pid="5" name="MSIP_Label_ff38c91a-b32e-488d-b670-a1d2c23c2c99_Name">
    <vt:lpwstr>NEST-CORE-02</vt:lpwstr>
  </property>
  <property fmtid="{D5CDD505-2E9C-101B-9397-08002B2CF9AE}" pid="6" name="MSIP_Label_ff38c91a-b32e-488d-b670-a1d2c23c2c99_SiteId">
    <vt:lpwstr>f33c7791-13ed-4c20-878e-518e247895dc</vt:lpwstr>
  </property>
  <property fmtid="{D5CDD505-2E9C-101B-9397-08002B2CF9AE}" pid="7" name="MSIP_Label_ff38c91a-b32e-488d-b670-a1d2c23c2c99_ActionId">
    <vt:lpwstr>0d56dc43-dd3d-41ba-abee-bfaf0217442d</vt:lpwstr>
  </property>
  <property fmtid="{D5CDD505-2E9C-101B-9397-08002B2CF9AE}" pid="8" name="MSIP_Label_ff38c91a-b32e-488d-b670-a1d2c23c2c99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{Hitachi Rail – Internal}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 </vt:lpwstr>
  </property>
  <property fmtid="{D5CDD505-2E9C-101B-9397-08002B2CF9AE}" pid="13" name="ContentTypeId">
    <vt:lpwstr>0x010100B4490233BAB4294C9168DA3C4B20F408</vt:lpwstr>
  </property>
  <property fmtid="{D5CDD505-2E9C-101B-9397-08002B2CF9AE}" pid="14" name="MediaServiceImageTags">
    <vt:lpwstr/>
  </property>
  <property fmtid="{D5CDD505-2E9C-101B-9397-08002B2CF9AE}" pid="15" name="_dlc_DocIdItemGuid">
    <vt:lpwstr>4ba37e93-04e9-4271-ae92-ab22733aa693</vt:lpwstr>
  </property>
</Properties>
</file>