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CBA"/>
    <a:srgbClr val="B3B3B3"/>
    <a:srgbClr val="F2F2F2"/>
    <a:srgbClr val="EBEBEB"/>
    <a:srgbClr val="FFFFFF"/>
    <a:srgbClr val="E40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A21D5-8421-08F7-1BBF-D069C7FE8694}" v="20" dt="2025-11-11T19:12:06.922"/>
    <p1510:client id="{FF68E316-65B5-41AA-9742-98908CEC139E}" v="4" dt="2025-11-11T19:21:39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5946" y="-7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BE Carsten" userId="74f9b9e4-c49d-477f-b64c-a7f595175685" providerId="ADAL" clId="{693EEBF8-BF31-4FF0-9713-5D1F1804F44B}"/>
    <pc:docChg chg="undo redo custSel addSld modSld">
      <pc:chgData name="BUBE Carsten" userId="74f9b9e4-c49d-477f-b64c-a7f595175685" providerId="ADAL" clId="{693EEBF8-BF31-4FF0-9713-5D1F1804F44B}" dt="2025-10-14T15:26:30.429" v="1054" actId="207"/>
      <pc:docMkLst>
        <pc:docMk/>
      </pc:docMkLst>
      <pc:sldChg chg="addSp delSp modSp mod">
        <pc:chgData name="BUBE Carsten" userId="74f9b9e4-c49d-477f-b64c-a7f595175685" providerId="ADAL" clId="{693EEBF8-BF31-4FF0-9713-5D1F1804F44B}" dt="2025-10-14T15:26:30.429" v="1054" actId="207"/>
        <pc:sldMkLst>
          <pc:docMk/>
          <pc:sldMk cId="815994135" sldId="257"/>
        </pc:sldMkLst>
        <pc:spChg chg="mod">
          <ac:chgData name="BUBE Carsten" userId="74f9b9e4-c49d-477f-b64c-a7f595175685" providerId="ADAL" clId="{693EEBF8-BF31-4FF0-9713-5D1F1804F44B}" dt="2025-10-14T15:26:30.429" v="1054" actId="207"/>
          <ac:spMkLst>
            <pc:docMk/>
            <pc:sldMk cId="815994135" sldId="257"/>
            <ac:spMk id="108" creationId="{BFA1454B-C652-80CC-6417-5385ECC6F1C9}"/>
          </ac:spMkLst>
        </pc:spChg>
      </pc:sldChg>
    </pc:docChg>
  </pc:docChgLst>
  <pc:docChgLst>
    <pc:chgData name="CUSTODIO Erela" userId="S::erela.marasigan@urbanandmainlines.com::ae2ed9db-4a80-4d4e-942b-9e9a958995d3" providerId="AD" clId="Web-{2EDA21D5-8421-08F7-1BBF-D069C7FE8694}"/>
    <pc:docChg chg="modSld">
      <pc:chgData name="CUSTODIO Erela" userId="S::erela.marasigan@urbanandmainlines.com::ae2ed9db-4a80-4d4e-942b-9e9a958995d3" providerId="AD" clId="Web-{2EDA21D5-8421-08F7-1BBF-D069C7FE8694}" dt="2025-11-11T19:12:06.922" v="19" actId="20577"/>
      <pc:docMkLst>
        <pc:docMk/>
      </pc:docMkLst>
      <pc:sldChg chg="modSp">
        <pc:chgData name="CUSTODIO Erela" userId="S::erela.marasigan@urbanandmainlines.com::ae2ed9db-4a80-4d4e-942b-9e9a958995d3" providerId="AD" clId="Web-{2EDA21D5-8421-08F7-1BBF-D069C7FE8694}" dt="2025-11-11T19:12:06.922" v="19" actId="20577"/>
        <pc:sldMkLst>
          <pc:docMk/>
          <pc:sldMk cId="815994135" sldId="257"/>
        </pc:sldMkLst>
        <pc:spChg chg="mod">
          <ac:chgData name="CUSTODIO Erela" userId="S::erela.marasigan@urbanandmainlines.com::ae2ed9db-4a80-4d4e-942b-9e9a958995d3" providerId="AD" clId="Web-{2EDA21D5-8421-08F7-1BBF-D069C7FE8694}" dt="2025-11-11T19:12:06.922" v="19" actId="20577"/>
          <ac:spMkLst>
            <pc:docMk/>
            <pc:sldMk cId="815994135" sldId="257"/>
            <ac:spMk id="86" creationId="{F816DF66-5904-F10A-614C-2053A7FF2DFA}"/>
          </ac:spMkLst>
        </pc:spChg>
        <pc:spChg chg="mod">
          <ac:chgData name="CUSTODIO Erela" userId="S::erela.marasigan@urbanandmainlines.com::ae2ed9db-4a80-4d4e-942b-9e9a958995d3" providerId="AD" clId="Web-{2EDA21D5-8421-08F7-1BBF-D069C7FE8694}" dt="2025-11-11T19:11:17.386" v="4" actId="20577"/>
          <ac:spMkLst>
            <pc:docMk/>
            <pc:sldMk cId="815994135" sldId="257"/>
            <ac:spMk id="111" creationId="{EF58EF58-3665-60F4-4001-A53E263A24B8}"/>
          </ac:spMkLst>
        </pc:spChg>
      </pc:sldChg>
    </pc:docChg>
  </pc:docChgLst>
  <pc:docChgLst>
    <pc:chgData name="CUSTODIO Erela" userId="ae2ed9db-4a80-4d4e-942b-9e9a958995d3" providerId="ADAL" clId="{D2C1E4B8-EE77-4089-802B-110914C62CAF}"/>
    <pc:docChg chg="undo custSel delSld modSld">
      <pc:chgData name="CUSTODIO Erela" userId="ae2ed9db-4a80-4d4e-942b-9e9a958995d3" providerId="ADAL" clId="{D2C1E4B8-EE77-4089-802B-110914C62CAF}" dt="2025-11-11T19:22:04.589" v="453" actId="1076"/>
      <pc:docMkLst>
        <pc:docMk/>
      </pc:docMkLst>
      <pc:sldChg chg="addSp delSp modSp mod">
        <pc:chgData name="CUSTODIO Erela" userId="ae2ed9db-4a80-4d4e-942b-9e9a958995d3" providerId="ADAL" clId="{D2C1E4B8-EE77-4089-802B-110914C62CAF}" dt="2025-11-11T19:22:04.589" v="453" actId="1076"/>
        <pc:sldMkLst>
          <pc:docMk/>
          <pc:sldMk cId="815994135" sldId="257"/>
        </pc:sldMkLst>
        <pc:spChg chg="del">
          <ac:chgData name="CUSTODIO Erela" userId="ae2ed9db-4a80-4d4e-942b-9e9a958995d3" providerId="ADAL" clId="{D2C1E4B8-EE77-4089-802B-110914C62CAF}" dt="2025-11-11T19:17:34.696" v="219" actId="478"/>
          <ac:spMkLst>
            <pc:docMk/>
            <pc:sldMk cId="815994135" sldId="257"/>
            <ac:spMk id="31" creationId="{5F9C4089-AA20-F767-0348-AE7EDF668F2B}"/>
          </ac:spMkLst>
        </pc:spChg>
        <pc:spChg chg="mod">
          <ac:chgData name="CUSTODIO Erela" userId="ae2ed9db-4a80-4d4e-942b-9e9a958995d3" providerId="ADAL" clId="{D2C1E4B8-EE77-4089-802B-110914C62CAF}" dt="2025-11-11T19:13:49.128" v="25"/>
          <ac:spMkLst>
            <pc:docMk/>
            <pc:sldMk cId="815994135" sldId="257"/>
            <ac:spMk id="32" creationId="{C0C4DA33-90A4-FF5B-CE07-7D4FFD358941}"/>
          </ac:spMkLst>
        </pc:spChg>
        <pc:spChg chg="mod">
          <ac:chgData name="CUSTODIO Erela" userId="ae2ed9db-4a80-4d4e-942b-9e9a958995d3" providerId="ADAL" clId="{D2C1E4B8-EE77-4089-802B-110914C62CAF}" dt="2025-11-11T19:13:49.128" v="25"/>
          <ac:spMkLst>
            <pc:docMk/>
            <pc:sldMk cId="815994135" sldId="257"/>
            <ac:spMk id="33" creationId="{43FBA1B1-F015-60D9-F04A-0DFCF5CCF047}"/>
          </ac:spMkLst>
        </pc:spChg>
        <pc:spChg chg="mod">
          <ac:chgData name="CUSTODIO Erela" userId="ae2ed9db-4a80-4d4e-942b-9e9a958995d3" providerId="ADAL" clId="{D2C1E4B8-EE77-4089-802B-110914C62CAF}" dt="2025-11-11T19:17:20.222" v="218" actId="1038"/>
          <ac:spMkLst>
            <pc:docMk/>
            <pc:sldMk cId="815994135" sldId="257"/>
            <ac:spMk id="36" creationId="{14306C72-4309-71D1-3D82-C142F214031C}"/>
          </ac:spMkLst>
        </pc:spChg>
        <pc:spChg chg="mod">
          <ac:chgData name="CUSTODIO Erela" userId="ae2ed9db-4a80-4d4e-942b-9e9a958995d3" providerId="ADAL" clId="{D2C1E4B8-EE77-4089-802B-110914C62CAF}" dt="2025-11-11T19:21:58.774" v="452" actId="1076"/>
          <ac:spMkLst>
            <pc:docMk/>
            <pc:sldMk cId="815994135" sldId="257"/>
            <ac:spMk id="57" creationId="{977A7C73-567A-023F-F21A-82CFEF150B56}"/>
          </ac:spMkLst>
        </pc:spChg>
        <pc:spChg chg="mod">
          <ac:chgData name="CUSTODIO Erela" userId="ae2ed9db-4a80-4d4e-942b-9e9a958995d3" providerId="ADAL" clId="{D2C1E4B8-EE77-4089-802B-110914C62CAF}" dt="2025-11-11T19:12:56.851" v="19" actId="20577"/>
          <ac:spMkLst>
            <pc:docMk/>
            <pc:sldMk cId="815994135" sldId="257"/>
            <ac:spMk id="91" creationId="{1F4132BF-731C-AEBC-3641-68A0FC9F8D1E}"/>
          </ac:spMkLst>
        </pc:spChg>
        <pc:spChg chg="del">
          <ac:chgData name="CUSTODIO Erela" userId="ae2ed9db-4a80-4d4e-942b-9e9a958995d3" providerId="ADAL" clId="{D2C1E4B8-EE77-4089-802B-110914C62CAF}" dt="2025-11-11T19:18:47.415" v="318" actId="478"/>
          <ac:spMkLst>
            <pc:docMk/>
            <pc:sldMk cId="815994135" sldId="257"/>
            <ac:spMk id="103" creationId="{5496CB58-3B3F-8E4C-9EF8-3ABCDA97DEB1}"/>
          </ac:spMkLst>
        </pc:spChg>
        <pc:spChg chg="mod">
          <ac:chgData name="CUSTODIO Erela" userId="ae2ed9db-4a80-4d4e-942b-9e9a958995d3" providerId="ADAL" clId="{D2C1E4B8-EE77-4089-802B-110914C62CAF}" dt="2025-11-11T19:15:36.753" v="100" actId="1035"/>
          <ac:spMkLst>
            <pc:docMk/>
            <pc:sldMk cId="815994135" sldId="257"/>
            <ac:spMk id="139" creationId="{D29EE59A-8317-8FF1-4159-8578B47EF074}"/>
          </ac:spMkLst>
        </pc:spChg>
        <pc:spChg chg="mod">
          <ac:chgData name="CUSTODIO Erela" userId="ae2ed9db-4a80-4d4e-942b-9e9a958995d3" providerId="ADAL" clId="{D2C1E4B8-EE77-4089-802B-110914C62CAF}" dt="2025-11-11T19:19:55.237" v="349" actId="1035"/>
          <ac:spMkLst>
            <pc:docMk/>
            <pc:sldMk cId="815994135" sldId="257"/>
            <ac:spMk id="140" creationId="{68F05DE0-D672-4AFE-B84E-CC1838EEC478}"/>
          </ac:spMkLst>
        </pc:spChg>
        <pc:spChg chg="mod">
          <ac:chgData name="CUSTODIO Erela" userId="ae2ed9db-4a80-4d4e-942b-9e9a958995d3" providerId="ADAL" clId="{D2C1E4B8-EE77-4089-802B-110914C62CAF}" dt="2025-11-11T19:19:55.237" v="349" actId="1035"/>
          <ac:spMkLst>
            <pc:docMk/>
            <pc:sldMk cId="815994135" sldId="257"/>
            <ac:spMk id="144" creationId="{4E2505EF-92CA-4E8F-8494-1D8DBAF9E09B}"/>
          </ac:spMkLst>
        </pc:spChg>
        <pc:spChg chg="mod">
          <ac:chgData name="CUSTODIO Erela" userId="ae2ed9db-4a80-4d4e-942b-9e9a958995d3" providerId="ADAL" clId="{D2C1E4B8-EE77-4089-802B-110914C62CAF}" dt="2025-11-11T19:19:55.237" v="349" actId="1035"/>
          <ac:spMkLst>
            <pc:docMk/>
            <pc:sldMk cId="815994135" sldId="257"/>
            <ac:spMk id="145" creationId="{9D661B0A-3D09-7B3E-B37D-89AEBC3FFA0F}"/>
          </ac:spMkLst>
        </pc:spChg>
        <pc:spChg chg="mod">
          <ac:chgData name="CUSTODIO Erela" userId="ae2ed9db-4a80-4d4e-942b-9e9a958995d3" providerId="ADAL" clId="{D2C1E4B8-EE77-4089-802B-110914C62CAF}" dt="2025-11-11T19:19:55.237" v="349" actId="1035"/>
          <ac:spMkLst>
            <pc:docMk/>
            <pc:sldMk cId="815994135" sldId="257"/>
            <ac:spMk id="149" creationId="{3CA89B54-3878-1106-382B-3216C1C90DCB}"/>
          </ac:spMkLst>
        </pc:spChg>
        <pc:spChg chg="mod">
          <ac:chgData name="CUSTODIO Erela" userId="ae2ed9db-4a80-4d4e-942b-9e9a958995d3" providerId="ADAL" clId="{D2C1E4B8-EE77-4089-802B-110914C62CAF}" dt="2025-11-11T19:19:55.237" v="349" actId="1035"/>
          <ac:spMkLst>
            <pc:docMk/>
            <pc:sldMk cId="815994135" sldId="257"/>
            <ac:spMk id="151" creationId="{E8DD01C3-2464-39C3-6A84-40768DABAFEE}"/>
          </ac:spMkLst>
        </pc:spChg>
        <pc:grpChg chg="del ord">
          <ac:chgData name="CUSTODIO Erela" userId="ae2ed9db-4a80-4d4e-942b-9e9a958995d3" providerId="ADAL" clId="{D2C1E4B8-EE77-4089-802B-110914C62CAF}" dt="2025-11-11T19:13:47.923" v="24" actId="21"/>
          <ac:grpSpMkLst>
            <pc:docMk/>
            <pc:sldMk cId="815994135" sldId="257"/>
            <ac:grpSpMk id="7" creationId="{D9B2E7C0-1799-CDE7-718A-EEFE076F8044}"/>
          </ac:grpSpMkLst>
        </pc:grpChg>
        <pc:grpChg chg="mod ord">
          <ac:chgData name="CUSTODIO Erela" userId="ae2ed9db-4a80-4d4e-942b-9e9a958995d3" providerId="ADAL" clId="{D2C1E4B8-EE77-4089-802B-110914C62CAF}" dt="2025-11-11T19:21:54.659" v="450" actId="166"/>
          <ac:grpSpMkLst>
            <pc:docMk/>
            <pc:sldMk cId="815994135" sldId="257"/>
            <ac:grpSpMk id="13" creationId="{938D887B-3970-AEAB-9DC5-DF1E096DA2B4}"/>
          </ac:grpSpMkLst>
        </pc:grpChg>
        <pc:grpChg chg="add mod">
          <ac:chgData name="CUSTODIO Erela" userId="ae2ed9db-4a80-4d4e-942b-9e9a958995d3" providerId="ADAL" clId="{D2C1E4B8-EE77-4089-802B-110914C62CAF}" dt="2025-11-11T19:16:09.137" v="102" actId="1076"/>
          <ac:grpSpMkLst>
            <pc:docMk/>
            <pc:sldMk cId="815994135" sldId="257"/>
            <ac:grpSpMk id="30" creationId="{D9B2E7C0-1799-CDE7-718A-EEFE076F8044}"/>
          </ac:grpSpMkLst>
        </pc:grpChg>
        <pc:grpChg chg="mod">
          <ac:chgData name="CUSTODIO Erela" userId="ae2ed9db-4a80-4d4e-942b-9e9a958995d3" providerId="ADAL" clId="{D2C1E4B8-EE77-4089-802B-110914C62CAF}" dt="2025-11-11T19:22:04.589" v="453" actId="1076"/>
          <ac:grpSpMkLst>
            <pc:docMk/>
            <pc:sldMk cId="815994135" sldId="257"/>
            <ac:grpSpMk id="46" creationId="{EAC924C7-AC50-D1E3-977A-257FF9FDA188}"/>
          </ac:grpSpMkLst>
        </pc:grpChg>
        <pc:grpChg chg="mod">
          <ac:chgData name="CUSTODIO Erela" userId="ae2ed9db-4a80-4d4e-942b-9e9a958995d3" providerId="ADAL" clId="{D2C1E4B8-EE77-4089-802B-110914C62CAF}" dt="2025-11-11T19:21:14.456" v="440" actId="1076"/>
          <ac:grpSpMkLst>
            <pc:docMk/>
            <pc:sldMk cId="815994135" sldId="257"/>
            <ac:grpSpMk id="47" creationId="{21796A15-B2F3-27CA-4727-93881C200EB3}"/>
          </ac:grpSpMkLst>
        </pc:grpChg>
        <pc:grpChg chg="mod">
          <ac:chgData name="CUSTODIO Erela" userId="ae2ed9db-4a80-4d4e-942b-9e9a958995d3" providerId="ADAL" clId="{D2C1E4B8-EE77-4089-802B-110914C62CAF}" dt="2025-11-11T19:14:53.885" v="32" actId="1076"/>
          <ac:grpSpMkLst>
            <pc:docMk/>
            <pc:sldMk cId="815994135" sldId="257"/>
            <ac:grpSpMk id="124" creationId="{982A5AF7-B172-CF8D-0B23-F4CB29226E3F}"/>
          </ac:grpSpMkLst>
        </pc:grpChg>
        <pc:cxnChg chg="mod">
          <ac:chgData name="CUSTODIO Erela" userId="ae2ed9db-4a80-4d4e-942b-9e9a958995d3" providerId="ADAL" clId="{D2C1E4B8-EE77-4089-802B-110914C62CAF}" dt="2025-11-11T19:19:25.126" v="326" actId="1035"/>
          <ac:cxnSpMkLst>
            <pc:docMk/>
            <pc:sldMk cId="815994135" sldId="257"/>
            <ac:cxnSpMk id="3" creationId="{E00A71C9-2F87-8194-722C-E867252B88D6}"/>
          </ac:cxnSpMkLst>
        </pc:cxnChg>
        <pc:cxnChg chg="add del mod">
          <ac:chgData name="CUSTODIO Erela" userId="ae2ed9db-4a80-4d4e-942b-9e9a958995d3" providerId="ADAL" clId="{D2C1E4B8-EE77-4089-802B-110914C62CAF}" dt="2025-11-11T19:16:11.886" v="103" actId="21"/>
          <ac:cxnSpMkLst>
            <pc:docMk/>
            <pc:sldMk cId="815994135" sldId="257"/>
            <ac:cxnSpMk id="14" creationId="{E44E937D-2E4A-D529-F8C3-FBDA1A0F1F01}"/>
          </ac:cxnSpMkLst>
        </pc:cxnChg>
        <pc:cxnChg chg="del">
          <ac:chgData name="CUSTODIO Erela" userId="ae2ed9db-4a80-4d4e-942b-9e9a958995d3" providerId="ADAL" clId="{D2C1E4B8-EE77-4089-802B-110914C62CAF}" dt="2025-11-11T19:17:42.509" v="220" actId="478"/>
          <ac:cxnSpMkLst>
            <pc:docMk/>
            <pc:sldMk cId="815994135" sldId="257"/>
            <ac:cxnSpMk id="25" creationId="{3D85F5C9-B66B-ABC5-FC01-44999E69B428}"/>
          </ac:cxnSpMkLst>
        </pc:cxnChg>
        <pc:cxnChg chg="mod">
          <ac:chgData name="CUSTODIO Erela" userId="ae2ed9db-4a80-4d4e-942b-9e9a958995d3" providerId="ADAL" clId="{D2C1E4B8-EE77-4089-802B-110914C62CAF}" dt="2025-11-11T19:17:20.222" v="218" actId="1038"/>
          <ac:cxnSpMkLst>
            <pc:docMk/>
            <pc:sldMk cId="815994135" sldId="257"/>
            <ac:cxnSpMk id="28" creationId="{51186D96-AB63-A7BD-D95B-0E9CCC2AE7D0}"/>
          </ac:cxnSpMkLst>
        </pc:cxnChg>
        <pc:cxnChg chg="del mod ord">
          <ac:chgData name="CUSTODIO Erela" userId="ae2ed9db-4a80-4d4e-942b-9e9a958995d3" providerId="ADAL" clId="{D2C1E4B8-EE77-4089-802B-110914C62CAF}" dt="2025-11-11T19:13:47.923" v="24" actId="21"/>
          <ac:cxnSpMkLst>
            <pc:docMk/>
            <pc:sldMk cId="815994135" sldId="257"/>
            <ac:cxnSpMk id="29" creationId="{E44E937D-2E4A-D529-F8C3-FBDA1A0F1F01}"/>
          </ac:cxnSpMkLst>
        </pc:cxnChg>
        <pc:cxnChg chg="add mod">
          <ac:chgData name="CUSTODIO Erela" userId="ae2ed9db-4a80-4d4e-942b-9e9a958995d3" providerId="ADAL" clId="{D2C1E4B8-EE77-4089-802B-110914C62CAF}" dt="2025-11-11T19:16:19.923" v="105" actId="1076"/>
          <ac:cxnSpMkLst>
            <pc:docMk/>
            <pc:sldMk cId="815994135" sldId="257"/>
            <ac:cxnSpMk id="37" creationId="{E44E937D-2E4A-D529-F8C3-FBDA1A0F1F01}"/>
          </ac:cxnSpMkLst>
        </pc:cxnChg>
        <pc:cxnChg chg="add mod">
          <ac:chgData name="CUSTODIO Erela" userId="ae2ed9db-4a80-4d4e-942b-9e9a958995d3" providerId="ADAL" clId="{D2C1E4B8-EE77-4089-802B-110914C62CAF}" dt="2025-11-11T19:21:14.456" v="440" actId="1076"/>
          <ac:cxnSpMkLst>
            <pc:docMk/>
            <pc:sldMk cId="815994135" sldId="257"/>
            <ac:cxnSpMk id="45" creationId="{74917BED-D25E-19A1-20F2-FFA1DD928154}"/>
          </ac:cxnSpMkLst>
        </pc:cxnChg>
        <pc:cxnChg chg="mod">
          <ac:chgData name="CUSTODIO Erela" userId="ae2ed9db-4a80-4d4e-942b-9e9a958995d3" providerId="ADAL" clId="{D2C1E4B8-EE77-4089-802B-110914C62CAF}" dt="2025-11-11T19:19:18.713" v="324" actId="1035"/>
          <ac:cxnSpMkLst>
            <pc:docMk/>
            <pc:sldMk cId="815994135" sldId="257"/>
            <ac:cxnSpMk id="51" creationId="{717CBD83-F24D-8A33-1196-9A3ED871F8B0}"/>
          </ac:cxnSpMkLst>
        </pc:cxnChg>
        <pc:cxnChg chg="add mod ord">
          <ac:chgData name="CUSTODIO Erela" userId="ae2ed9db-4a80-4d4e-942b-9e9a958995d3" providerId="ADAL" clId="{D2C1E4B8-EE77-4089-802B-110914C62CAF}" dt="2025-11-11T19:21:52.325" v="449" actId="166"/>
          <ac:cxnSpMkLst>
            <pc:docMk/>
            <pc:sldMk cId="815994135" sldId="257"/>
            <ac:cxnSpMk id="53" creationId="{56AFBED5-151A-E68D-5357-E63389EBE205}"/>
          </ac:cxnSpMkLst>
        </pc:cxnChg>
        <pc:cxnChg chg="mod">
          <ac:chgData name="CUSTODIO Erela" userId="ae2ed9db-4a80-4d4e-942b-9e9a958995d3" providerId="ADAL" clId="{D2C1E4B8-EE77-4089-802B-110914C62CAF}" dt="2025-11-11T19:20:43.600" v="438" actId="1037"/>
          <ac:cxnSpMkLst>
            <pc:docMk/>
            <pc:sldMk cId="815994135" sldId="257"/>
            <ac:cxnSpMk id="67" creationId="{6C0C8543-A934-4625-148D-9EE7DF44ADE4}"/>
          </ac:cxnSpMkLst>
        </pc:cxnChg>
        <pc:cxnChg chg="mod">
          <ac:chgData name="CUSTODIO Erela" userId="ae2ed9db-4a80-4d4e-942b-9e9a958995d3" providerId="ADAL" clId="{D2C1E4B8-EE77-4089-802B-110914C62CAF}" dt="2025-11-11T19:19:13.805" v="321" actId="14100"/>
          <ac:cxnSpMkLst>
            <pc:docMk/>
            <pc:sldMk cId="815994135" sldId="257"/>
            <ac:cxnSpMk id="79" creationId="{50477705-85BC-5392-1230-5FF98ECEA6DE}"/>
          </ac:cxnSpMkLst>
        </pc:cxnChg>
        <pc:cxnChg chg="mod ord">
          <ac:chgData name="CUSTODIO Erela" userId="ae2ed9db-4a80-4d4e-942b-9e9a958995d3" providerId="ADAL" clId="{D2C1E4B8-EE77-4089-802B-110914C62CAF}" dt="2025-11-11T19:18:40.302" v="317" actId="1038"/>
          <ac:cxnSpMkLst>
            <pc:docMk/>
            <pc:sldMk cId="815994135" sldId="257"/>
            <ac:cxnSpMk id="132" creationId="{AFFE0687-7F81-5B6C-9271-BCBC32B40F81}"/>
          </ac:cxnSpMkLst>
        </pc:cxnChg>
        <pc:cxnChg chg="del mod">
          <ac:chgData name="CUSTODIO Erela" userId="ae2ed9db-4a80-4d4e-942b-9e9a958995d3" providerId="ADAL" clId="{D2C1E4B8-EE77-4089-802B-110914C62CAF}" dt="2025-11-11T19:20:30.912" v="375" actId="478"/>
          <ac:cxnSpMkLst>
            <pc:docMk/>
            <pc:sldMk cId="815994135" sldId="257"/>
            <ac:cxnSpMk id="133" creationId="{35FD5F01-F94E-F4F4-382F-4445B9B959CE}"/>
          </ac:cxnSpMkLst>
        </pc:cxnChg>
        <pc:cxnChg chg="del">
          <ac:chgData name="CUSTODIO Erela" userId="ae2ed9db-4a80-4d4e-942b-9e9a958995d3" providerId="ADAL" clId="{D2C1E4B8-EE77-4089-802B-110914C62CAF}" dt="2025-11-11T19:20:14.554" v="350" actId="478"/>
          <ac:cxnSpMkLst>
            <pc:docMk/>
            <pc:sldMk cId="815994135" sldId="257"/>
            <ac:cxnSpMk id="134" creationId="{EF5C8305-A4C9-8436-8DA7-27BB1FD05D1D}"/>
          </ac:cxnSpMkLst>
        </pc:cxnChg>
        <pc:cxnChg chg="mod">
          <ac:chgData name="CUSTODIO Erela" userId="ae2ed9db-4a80-4d4e-942b-9e9a958995d3" providerId="ADAL" clId="{D2C1E4B8-EE77-4089-802B-110914C62CAF}" dt="2025-11-11T19:19:55.237" v="349" actId="1035"/>
          <ac:cxnSpMkLst>
            <pc:docMk/>
            <pc:sldMk cId="815994135" sldId="257"/>
            <ac:cxnSpMk id="141" creationId="{C1AFFFC4-6EFC-188B-5568-2E45F85FF092}"/>
          </ac:cxnSpMkLst>
        </pc:cxnChg>
        <pc:cxnChg chg="mod">
          <ac:chgData name="CUSTODIO Erela" userId="ae2ed9db-4a80-4d4e-942b-9e9a958995d3" providerId="ADAL" clId="{D2C1E4B8-EE77-4089-802B-110914C62CAF}" dt="2025-11-11T19:19:55.237" v="349" actId="1035"/>
          <ac:cxnSpMkLst>
            <pc:docMk/>
            <pc:sldMk cId="815994135" sldId="257"/>
            <ac:cxnSpMk id="142" creationId="{7AEE5568-E284-83DF-5F50-9C97F0DAC0C8}"/>
          </ac:cxnSpMkLst>
        </pc:cxnChg>
        <pc:cxnChg chg="mod">
          <ac:chgData name="CUSTODIO Erela" userId="ae2ed9db-4a80-4d4e-942b-9e9a958995d3" providerId="ADAL" clId="{D2C1E4B8-EE77-4089-802B-110914C62CAF}" dt="2025-11-11T19:19:55.237" v="349" actId="1035"/>
          <ac:cxnSpMkLst>
            <pc:docMk/>
            <pc:sldMk cId="815994135" sldId="257"/>
            <ac:cxnSpMk id="143" creationId="{3BEB4436-2512-3131-0412-6327712D4901}"/>
          </ac:cxnSpMkLst>
        </pc:cxnChg>
        <pc:cxnChg chg="mod">
          <ac:chgData name="CUSTODIO Erela" userId="ae2ed9db-4a80-4d4e-942b-9e9a958995d3" providerId="ADAL" clId="{D2C1E4B8-EE77-4089-802B-110914C62CAF}" dt="2025-11-11T19:19:55.237" v="349" actId="1035"/>
          <ac:cxnSpMkLst>
            <pc:docMk/>
            <pc:sldMk cId="815994135" sldId="257"/>
            <ac:cxnSpMk id="148" creationId="{909D3400-DE4F-2590-6EBF-F43595E71560}"/>
          </ac:cxnSpMkLst>
        </pc:cxnChg>
        <pc:cxnChg chg="mod">
          <ac:chgData name="CUSTODIO Erela" userId="ae2ed9db-4a80-4d4e-942b-9e9a958995d3" providerId="ADAL" clId="{D2C1E4B8-EE77-4089-802B-110914C62CAF}" dt="2025-11-11T19:19:55.237" v="349" actId="1035"/>
          <ac:cxnSpMkLst>
            <pc:docMk/>
            <pc:sldMk cId="815994135" sldId="257"/>
            <ac:cxnSpMk id="150" creationId="{699784C6-1471-9EFF-0722-FCBEDA16A8BD}"/>
          </ac:cxnSpMkLst>
        </pc:cxnChg>
      </pc:sldChg>
      <pc:sldChg chg="del">
        <pc:chgData name="CUSTODIO Erela" userId="ae2ed9db-4a80-4d4e-942b-9e9a958995d3" providerId="ADAL" clId="{D2C1E4B8-EE77-4089-802B-110914C62CAF}" dt="2025-11-11T19:19:37.092" v="327" actId="47"/>
        <pc:sldMkLst>
          <pc:docMk/>
          <pc:sldMk cId="3128316296" sldId="25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8D27AE-4AA2-4F50-A128-D5A7EFC0343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7636E2-6710-4883-88C4-35A8A7273CA4}">
      <dgm:prSet phldrT="[Text]" custT="1"/>
      <dgm:spPr>
        <a:solidFill>
          <a:schemeClr val="bg1">
            <a:lumMod val="95000"/>
          </a:schemeClr>
        </a:solidFill>
        <a:ln w="12700">
          <a:noFill/>
        </a:ln>
      </dgm:spPr>
      <dgm:t>
        <a:bodyPr/>
        <a:lstStyle/>
        <a:p>
          <a:r>
            <a:rPr lang="en-US" sz="600" b="1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Technical Support Lead</a:t>
          </a:r>
        </a:p>
        <a:p>
          <a:r>
            <a:rPr lang="en-US" sz="550" b="0" kern="1200" dirty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Christo Spyridis</a:t>
          </a:r>
        </a:p>
      </dgm:t>
    </dgm:pt>
    <dgm:pt modelId="{7AD41FB2-77E2-4B49-9813-9A9BCFBC4F99}" type="sibTrans" cxnId="{91248730-BDD9-4B9D-93B9-E72FCBF91D14}">
      <dgm:prSet/>
      <dgm:spPr/>
      <dgm:t>
        <a:bodyPr/>
        <a:lstStyle/>
        <a:p>
          <a:endParaRPr lang="en-US"/>
        </a:p>
      </dgm:t>
    </dgm:pt>
    <dgm:pt modelId="{6C963877-6144-4179-A4F8-52C90A84BE6B}" type="parTrans" cxnId="{91248730-BDD9-4B9D-93B9-E72FCBF91D14}">
      <dgm:prSet/>
      <dgm:spPr/>
      <dgm:t>
        <a:bodyPr/>
        <a:lstStyle/>
        <a:p>
          <a:endParaRPr lang="en-US"/>
        </a:p>
      </dgm:t>
    </dgm:pt>
    <dgm:pt modelId="{C0D8FC2B-C829-4C2F-A47F-854AFE188BE3}">
      <dgm:prSet custT="1"/>
      <dgm:spPr>
        <a:solidFill>
          <a:srgbClr val="D4ECBA"/>
        </a:solidFill>
      </dgm:spPr>
      <dgm:t>
        <a:bodyPr/>
        <a:lstStyle/>
        <a:p>
          <a:r>
            <a:rPr lang="en-US" sz="600" dirty="0">
              <a:solidFill>
                <a:sysClr val="windowText" lastClr="000000"/>
              </a:solidFill>
            </a:rPr>
            <a:t>Technician</a:t>
          </a:r>
        </a:p>
        <a:p>
          <a:r>
            <a:rPr lang="en-US" sz="600" dirty="0">
              <a:solidFill>
                <a:sysClr val="windowText" lastClr="000000"/>
              </a:solidFill>
            </a:rPr>
            <a:t>TBC onshore</a:t>
          </a:r>
        </a:p>
      </dgm:t>
    </dgm:pt>
    <dgm:pt modelId="{1C1BE3AC-01E7-4CCE-BF7E-D6D62CF0B332}" type="parTrans" cxnId="{90FC2973-DB24-4EA4-9092-D39CB4107B7D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>
        <a:ln>
          <a:solidFill>
            <a:srgbClr val="B3B3B3"/>
          </a:solidFill>
        </a:ln>
      </dgm:spPr>
      <dgm:t>
        <a:bodyPr/>
        <a:lstStyle/>
        <a:p>
          <a:endParaRPr lang="en-US" sz="600">
            <a:solidFill>
              <a:sysClr val="windowText" lastClr="000000"/>
            </a:solidFill>
          </a:endParaRPr>
        </a:p>
      </dgm:t>
    </dgm:pt>
    <dgm:pt modelId="{FAF23BC3-CA4B-41BB-98EB-B67E6E55BEAA}" type="sibTrans" cxnId="{90FC2973-DB24-4EA4-9092-D39CB4107B7D}">
      <dgm:prSet/>
      <dgm:spPr/>
      <dgm:t>
        <a:bodyPr/>
        <a:lstStyle/>
        <a:p>
          <a:endParaRPr lang="en-US"/>
        </a:p>
      </dgm:t>
    </dgm:pt>
    <dgm:pt modelId="{0C8F0EBA-EC77-4CE4-A34A-4057779399A9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600" dirty="0">
              <a:solidFill>
                <a:sysClr val="windowText" lastClr="000000"/>
              </a:solidFill>
            </a:rPr>
            <a:t>Operations &amp; Maintenance Training</a:t>
          </a:r>
        </a:p>
      </dgm:t>
    </dgm:pt>
    <dgm:pt modelId="{F993307A-1142-4171-8E01-49F9781FB228}" type="parTrans" cxnId="{528B6E9B-ACA7-483F-A7B1-7ABE28CAB9BD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>
        <a:ln>
          <a:solidFill>
            <a:srgbClr val="B3B3B3"/>
          </a:solidFill>
        </a:ln>
      </dgm:spPr>
      <dgm:t>
        <a:bodyPr/>
        <a:lstStyle/>
        <a:p>
          <a:endParaRPr lang="en-US" sz="600">
            <a:solidFill>
              <a:sysClr val="windowText" lastClr="000000"/>
            </a:solidFill>
          </a:endParaRPr>
        </a:p>
      </dgm:t>
    </dgm:pt>
    <dgm:pt modelId="{18272F8E-46C9-4E2E-BA4E-E121E7C61CFB}" type="sibTrans" cxnId="{528B6E9B-ACA7-483F-A7B1-7ABE28CAB9BD}">
      <dgm:prSet/>
      <dgm:spPr/>
      <dgm:t>
        <a:bodyPr/>
        <a:lstStyle/>
        <a:p>
          <a:endParaRPr lang="en-US"/>
        </a:p>
      </dgm:t>
    </dgm:pt>
    <dgm:pt modelId="{79DB6013-5186-4A7E-93D6-AA26AD360951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600">
              <a:solidFill>
                <a:sysClr val="windowText" lastClr="000000"/>
              </a:solidFill>
            </a:rPr>
            <a:t>Warranty / Maintenance</a:t>
          </a:r>
        </a:p>
      </dgm:t>
    </dgm:pt>
    <dgm:pt modelId="{46B00690-85DD-46C2-9938-0FE435700B15}" type="parTrans" cxnId="{C475CA79-65E5-43F8-82FE-49DB34273F82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>
        <a:ln>
          <a:solidFill>
            <a:srgbClr val="B3B3B3"/>
          </a:solidFill>
        </a:ln>
      </dgm:spPr>
      <dgm:t>
        <a:bodyPr/>
        <a:lstStyle/>
        <a:p>
          <a:endParaRPr lang="en-US" sz="600">
            <a:solidFill>
              <a:sysClr val="windowText" lastClr="000000"/>
            </a:solidFill>
          </a:endParaRPr>
        </a:p>
      </dgm:t>
    </dgm:pt>
    <dgm:pt modelId="{FF424181-F4BC-4AEA-BCEE-4A9F298A3AA8}" type="sibTrans" cxnId="{C475CA79-65E5-43F8-82FE-49DB34273F82}">
      <dgm:prSet/>
      <dgm:spPr/>
      <dgm:t>
        <a:bodyPr/>
        <a:lstStyle/>
        <a:p>
          <a:endParaRPr lang="en-US"/>
        </a:p>
      </dgm:t>
    </dgm:pt>
    <dgm:pt modelId="{5B7A76B3-2D3E-4963-BC18-43FF3934BD28}" type="pres">
      <dgm:prSet presAssocID="{378D27AE-4AA2-4F50-A128-D5A7EFC0343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67C763-3D7E-44C6-9838-864B475D30EF}" type="pres">
      <dgm:prSet presAssocID="{667636E2-6710-4883-88C4-35A8A7273CA4}" presName="hierRoot1" presStyleCnt="0">
        <dgm:presLayoutVars>
          <dgm:hierBranch val="r"/>
        </dgm:presLayoutVars>
      </dgm:prSet>
      <dgm:spPr/>
    </dgm:pt>
    <dgm:pt modelId="{1689E612-7A30-4184-B508-B2DB0AB54F46}" type="pres">
      <dgm:prSet presAssocID="{667636E2-6710-4883-88C4-35A8A7273CA4}" presName="rootComposite1" presStyleCnt="0"/>
      <dgm:spPr/>
    </dgm:pt>
    <dgm:pt modelId="{D3F458F0-97E5-4B05-A301-2E5C7CF8882D}" type="pres">
      <dgm:prSet presAssocID="{667636E2-6710-4883-88C4-35A8A7273CA4}" presName="rootText1" presStyleLbl="node0" presStyleIdx="0" presStyleCnt="1">
        <dgm:presLayoutVars>
          <dgm:chPref val="3"/>
        </dgm:presLayoutVars>
      </dgm:prSet>
      <dgm:spPr/>
    </dgm:pt>
    <dgm:pt modelId="{40E28981-5E02-42AB-8B43-1C39B5FB4282}" type="pres">
      <dgm:prSet presAssocID="{667636E2-6710-4883-88C4-35A8A7273CA4}" presName="rootConnector1" presStyleLbl="node1" presStyleIdx="0" presStyleCnt="0"/>
      <dgm:spPr/>
    </dgm:pt>
    <dgm:pt modelId="{47AE62B9-C089-4C40-8559-97599F27995F}" type="pres">
      <dgm:prSet presAssocID="{667636E2-6710-4883-88C4-35A8A7273CA4}" presName="hierChild2" presStyleCnt="0"/>
      <dgm:spPr/>
    </dgm:pt>
    <dgm:pt modelId="{415F64F7-66CB-4A22-86B5-31B9722131E6}" type="pres">
      <dgm:prSet presAssocID="{1C1BE3AC-01E7-4CCE-BF7E-D6D62CF0B332}" presName="Name50" presStyleLbl="parChTrans1D2" presStyleIdx="0" presStyleCnt="3"/>
      <dgm:spPr/>
    </dgm:pt>
    <dgm:pt modelId="{24EBD24C-D5B8-4EFE-AB7B-BCE9F0394BE9}" type="pres">
      <dgm:prSet presAssocID="{C0D8FC2B-C829-4C2F-A47F-854AFE188BE3}" presName="hierRoot2" presStyleCnt="0">
        <dgm:presLayoutVars>
          <dgm:hierBranch val="r"/>
        </dgm:presLayoutVars>
      </dgm:prSet>
      <dgm:spPr/>
    </dgm:pt>
    <dgm:pt modelId="{56549515-C0CD-4CBB-A806-45E9ABB2DCAF}" type="pres">
      <dgm:prSet presAssocID="{C0D8FC2B-C829-4C2F-A47F-854AFE188BE3}" presName="rootComposite" presStyleCnt="0"/>
      <dgm:spPr/>
    </dgm:pt>
    <dgm:pt modelId="{942771BB-BC3E-43C8-8E19-9080F29910AB}" type="pres">
      <dgm:prSet presAssocID="{C0D8FC2B-C829-4C2F-A47F-854AFE188BE3}" presName="rootText" presStyleLbl="node2" presStyleIdx="0" presStyleCnt="3">
        <dgm:presLayoutVars>
          <dgm:chPref val="3"/>
        </dgm:presLayoutVars>
      </dgm:prSet>
      <dgm:spPr/>
    </dgm:pt>
    <dgm:pt modelId="{0770DD4E-75C9-4E26-9E55-0738153CB8E2}" type="pres">
      <dgm:prSet presAssocID="{C0D8FC2B-C829-4C2F-A47F-854AFE188BE3}" presName="rootConnector" presStyleLbl="node2" presStyleIdx="0" presStyleCnt="3"/>
      <dgm:spPr/>
    </dgm:pt>
    <dgm:pt modelId="{F55C2E04-DB72-4575-94EB-DEC23376356B}" type="pres">
      <dgm:prSet presAssocID="{C0D8FC2B-C829-4C2F-A47F-854AFE188BE3}" presName="hierChild4" presStyleCnt="0"/>
      <dgm:spPr/>
    </dgm:pt>
    <dgm:pt modelId="{4711E056-AB76-4257-8647-B6E0F8B53C28}" type="pres">
      <dgm:prSet presAssocID="{C0D8FC2B-C829-4C2F-A47F-854AFE188BE3}" presName="hierChild5" presStyleCnt="0"/>
      <dgm:spPr/>
    </dgm:pt>
    <dgm:pt modelId="{F83F9327-9AC6-4909-9F03-61705A401A3B}" type="pres">
      <dgm:prSet presAssocID="{F993307A-1142-4171-8E01-49F9781FB228}" presName="Name50" presStyleLbl="parChTrans1D2" presStyleIdx="1" presStyleCnt="3"/>
      <dgm:spPr/>
    </dgm:pt>
    <dgm:pt modelId="{7F52C411-44F3-41A9-9036-63CE4470DAA8}" type="pres">
      <dgm:prSet presAssocID="{0C8F0EBA-EC77-4CE4-A34A-4057779399A9}" presName="hierRoot2" presStyleCnt="0">
        <dgm:presLayoutVars>
          <dgm:hierBranch val="r"/>
        </dgm:presLayoutVars>
      </dgm:prSet>
      <dgm:spPr/>
    </dgm:pt>
    <dgm:pt modelId="{E899B10A-92E1-4A46-9C06-996338EA6A69}" type="pres">
      <dgm:prSet presAssocID="{0C8F0EBA-EC77-4CE4-A34A-4057779399A9}" presName="rootComposite" presStyleCnt="0"/>
      <dgm:spPr/>
    </dgm:pt>
    <dgm:pt modelId="{BC32C6AF-6901-4FD7-8F83-5A10AEB9EFAD}" type="pres">
      <dgm:prSet presAssocID="{0C8F0EBA-EC77-4CE4-A34A-4057779399A9}" presName="rootText" presStyleLbl="node2" presStyleIdx="1" presStyleCnt="3">
        <dgm:presLayoutVars>
          <dgm:chPref val="3"/>
        </dgm:presLayoutVars>
      </dgm:prSet>
      <dgm:spPr/>
    </dgm:pt>
    <dgm:pt modelId="{1E8ECC33-82E5-4761-8974-6D5EB6217AFF}" type="pres">
      <dgm:prSet presAssocID="{0C8F0EBA-EC77-4CE4-A34A-4057779399A9}" presName="rootConnector" presStyleLbl="node2" presStyleIdx="1" presStyleCnt="3"/>
      <dgm:spPr/>
    </dgm:pt>
    <dgm:pt modelId="{ECC4016F-C62E-41B6-AFAE-96D9DC6C008F}" type="pres">
      <dgm:prSet presAssocID="{0C8F0EBA-EC77-4CE4-A34A-4057779399A9}" presName="hierChild4" presStyleCnt="0"/>
      <dgm:spPr/>
    </dgm:pt>
    <dgm:pt modelId="{1DAC37C7-1F1C-4AF8-B9A5-FFE91B743BD2}" type="pres">
      <dgm:prSet presAssocID="{0C8F0EBA-EC77-4CE4-A34A-4057779399A9}" presName="hierChild5" presStyleCnt="0"/>
      <dgm:spPr/>
    </dgm:pt>
    <dgm:pt modelId="{76524CA4-80EB-4C5B-B45D-BB71FBD6B670}" type="pres">
      <dgm:prSet presAssocID="{46B00690-85DD-46C2-9938-0FE435700B15}" presName="Name50" presStyleLbl="parChTrans1D2" presStyleIdx="2" presStyleCnt="3"/>
      <dgm:spPr/>
    </dgm:pt>
    <dgm:pt modelId="{C018C804-D96C-4D6B-B25A-18437584F260}" type="pres">
      <dgm:prSet presAssocID="{79DB6013-5186-4A7E-93D6-AA26AD360951}" presName="hierRoot2" presStyleCnt="0">
        <dgm:presLayoutVars>
          <dgm:hierBranch val="init"/>
        </dgm:presLayoutVars>
      </dgm:prSet>
      <dgm:spPr/>
    </dgm:pt>
    <dgm:pt modelId="{C7A6AC46-A939-4E70-B05F-38597BED4334}" type="pres">
      <dgm:prSet presAssocID="{79DB6013-5186-4A7E-93D6-AA26AD360951}" presName="rootComposite" presStyleCnt="0"/>
      <dgm:spPr/>
    </dgm:pt>
    <dgm:pt modelId="{B66A4B0A-2375-44CA-B929-D1131BC3B279}" type="pres">
      <dgm:prSet presAssocID="{79DB6013-5186-4A7E-93D6-AA26AD360951}" presName="rootText" presStyleLbl="node2" presStyleIdx="2" presStyleCnt="3">
        <dgm:presLayoutVars>
          <dgm:chPref val="3"/>
        </dgm:presLayoutVars>
      </dgm:prSet>
      <dgm:spPr/>
    </dgm:pt>
    <dgm:pt modelId="{9BB2EF76-9B5E-4F2E-8E1A-9C184180F690}" type="pres">
      <dgm:prSet presAssocID="{79DB6013-5186-4A7E-93D6-AA26AD360951}" presName="rootConnector" presStyleLbl="node2" presStyleIdx="2" presStyleCnt="3"/>
      <dgm:spPr/>
    </dgm:pt>
    <dgm:pt modelId="{5A0027B7-B0A5-49F6-A5EB-CB9602521931}" type="pres">
      <dgm:prSet presAssocID="{79DB6013-5186-4A7E-93D6-AA26AD360951}" presName="hierChild4" presStyleCnt="0"/>
      <dgm:spPr/>
    </dgm:pt>
    <dgm:pt modelId="{6471E5DE-D1E0-42CB-8547-D51F633C3FFA}" type="pres">
      <dgm:prSet presAssocID="{79DB6013-5186-4A7E-93D6-AA26AD360951}" presName="hierChild5" presStyleCnt="0"/>
      <dgm:spPr/>
    </dgm:pt>
    <dgm:pt modelId="{A0152BEE-84E0-4693-82FE-F043A72FE5B2}" type="pres">
      <dgm:prSet presAssocID="{667636E2-6710-4883-88C4-35A8A7273CA4}" presName="hierChild3" presStyleCnt="0"/>
      <dgm:spPr/>
    </dgm:pt>
  </dgm:ptLst>
  <dgm:cxnLst>
    <dgm:cxn modelId="{0BF13F09-2BF2-49C8-8742-4EC6FF8D2D85}" type="presOf" srcId="{0C8F0EBA-EC77-4CE4-A34A-4057779399A9}" destId="{BC32C6AF-6901-4FD7-8F83-5A10AEB9EFAD}" srcOrd="0" destOrd="0" presId="urn:microsoft.com/office/officeart/2005/8/layout/orgChart1"/>
    <dgm:cxn modelId="{6B2FE80B-8494-4712-8D0C-DC2242AF2DDA}" type="presOf" srcId="{F993307A-1142-4171-8E01-49F9781FB228}" destId="{F83F9327-9AC6-4909-9F03-61705A401A3B}" srcOrd="0" destOrd="0" presId="urn:microsoft.com/office/officeart/2005/8/layout/orgChart1"/>
    <dgm:cxn modelId="{6B1CFA1B-AC16-41EF-B6DD-C290AE724D0B}" type="presOf" srcId="{667636E2-6710-4883-88C4-35A8A7273CA4}" destId="{D3F458F0-97E5-4B05-A301-2E5C7CF8882D}" srcOrd="0" destOrd="0" presId="urn:microsoft.com/office/officeart/2005/8/layout/orgChart1"/>
    <dgm:cxn modelId="{EA3EC229-6C5A-4605-8F16-753108DD6B8F}" type="presOf" srcId="{46B00690-85DD-46C2-9938-0FE435700B15}" destId="{76524CA4-80EB-4C5B-B45D-BB71FBD6B670}" srcOrd="0" destOrd="0" presId="urn:microsoft.com/office/officeart/2005/8/layout/orgChart1"/>
    <dgm:cxn modelId="{91248730-BDD9-4B9D-93B9-E72FCBF91D14}" srcId="{378D27AE-4AA2-4F50-A128-D5A7EFC03437}" destId="{667636E2-6710-4883-88C4-35A8A7273CA4}" srcOrd="0" destOrd="0" parTransId="{6C963877-6144-4179-A4F8-52C90A84BE6B}" sibTransId="{7AD41FB2-77E2-4B49-9813-9A9BCFBC4F99}"/>
    <dgm:cxn modelId="{D37F523E-A4E9-4E88-92C3-7E808F223F00}" type="presOf" srcId="{0C8F0EBA-EC77-4CE4-A34A-4057779399A9}" destId="{1E8ECC33-82E5-4761-8974-6D5EB6217AFF}" srcOrd="1" destOrd="0" presId="urn:microsoft.com/office/officeart/2005/8/layout/orgChart1"/>
    <dgm:cxn modelId="{3919A55E-542F-4866-8B1A-08E81E28CA83}" type="presOf" srcId="{79DB6013-5186-4A7E-93D6-AA26AD360951}" destId="{B66A4B0A-2375-44CA-B929-D1131BC3B279}" srcOrd="0" destOrd="0" presId="urn:microsoft.com/office/officeart/2005/8/layout/orgChart1"/>
    <dgm:cxn modelId="{3C0B5266-64B7-40E1-BF80-10EA8008D018}" type="presOf" srcId="{79DB6013-5186-4A7E-93D6-AA26AD360951}" destId="{9BB2EF76-9B5E-4F2E-8E1A-9C184180F690}" srcOrd="1" destOrd="0" presId="urn:microsoft.com/office/officeart/2005/8/layout/orgChart1"/>
    <dgm:cxn modelId="{90FC2973-DB24-4EA4-9092-D39CB4107B7D}" srcId="{667636E2-6710-4883-88C4-35A8A7273CA4}" destId="{C0D8FC2B-C829-4C2F-A47F-854AFE188BE3}" srcOrd="0" destOrd="0" parTransId="{1C1BE3AC-01E7-4CCE-BF7E-D6D62CF0B332}" sibTransId="{FAF23BC3-CA4B-41BB-98EB-B67E6E55BEAA}"/>
    <dgm:cxn modelId="{B9F41D54-D458-4CB2-9B59-6DAE4B37A525}" type="presOf" srcId="{C0D8FC2B-C829-4C2F-A47F-854AFE188BE3}" destId="{942771BB-BC3E-43C8-8E19-9080F29910AB}" srcOrd="0" destOrd="0" presId="urn:microsoft.com/office/officeart/2005/8/layout/orgChart1"/>
    <dgm:cxn modelId="{C475CA79-65E5-43F8-82FE-49DB34273F82}" srcId="{667636E2-6710-4883-88C4-35A8A7273CA4}" destId="{79DB6013-5186-4A7E-93D6-AA26AD360951}" srcOrd="2" destOrd="0" parTransId="{46B00690-85DD-46C2-9938-0FE435700B15}" sibTransId="{FF424181-F4BC-4AEA-BCEE-4A9F298A3AA8}"/>
    <dgm:cxn modelId="{529DE35A-F2C4-4FB9-B91A-2927586EF444}" type="presOf" srcId="{C0D8FC2B-C829-4C2F-A47F-854AFE188BE3}" destId="{0770DD4E-75C9-4E26-9E55-0738153CB8E2}" srcOrd="1" destOrd="0" presId="urn:microsoft.com/office/officeart/2005/8/layout/orgChart1"/>
    <dgm:cxn modelId="{528B6E9B-ACA7-483F-A7B1-7ABE28CAB9BD}" srcId="{667636E2-6710-4883-88C4-35A8A7273CA4}" destId="{0C8F0EBA-EC77-4CE4-A34A-4057779399A9}" srcOrd="1" destOrd="0" parTransId="{F993307A-1142-4171-8E01-49F9781FB228}" sibTransId="{18272F8E-46C9-4E2E-BA4E-E121E7C61CFB}"/>
    <dgm:cxn modelId="{214C1AB0-07E2-475D-80D5-F323EA41D780}" type="presOf" srcId="{1C1BE3AC-01E7-4CCE-BF7E-D6D62CF0B332}" destId="{415F64F7-66CB-4A22-86B5-31B9722131E6}" srcOrd="0" destOrd="0" presId="urn:microsoft.com/office/officeart/2005/8/layout/orgChart1"/>
    <dgm:cxn modelId="{47D9CCE9-D4E4-4506-9775-16EDE1A7D877}" type="presOf" srcId="{378D27AE-4AA2-4F50-A128-D5A7EFC03437}" destId="{5B7A76B3-2D3E-4963-BC18-43FF3934BD28}" srcOrd="0" destOrd="0" presId="urn:microsoft.com/office/officeart/2005/8/layout/orgChart1"/>
    <dgm:cxn modelId="{2CAD3DF3-BF5A-42DD-AD03-172EB1B3D5A9}" type="presOf" srcId="{667636E2-6710-4883-88C4-35A8A7273CA4}" destId="{40E28981-5E02-42AB-8B43-1C39B5FB4282}" srcOrd="1" destOrd="0" presId="urn:microsoft.com/office/officeart/2005/8/layout/orgChart1"/>
    <dgm:cxn modelId="{95CED0B4-FEBF-4513-A13B-4DCDFA8619D4}" type="presParOf" srcId="{5B7A76B3-2D3E-4963-BC18-43FF3934BD28}" destId="{2767C763-3D7E-44C6-9838-864B475D30EF}" srcOrd="0" destOrd="0" presId="urn:microsoft.com/office/officeart/2005/8/layout/orgChart1"/>
    <dgm:cxn modelId="{EF1FC154-2908-43A7-A5C3-903E7181EF49}" type="presParOf" srcId="{2767C763-3D7E-44C6-9838-864B475D30EF}" destId="{1689E612-7A30-4184-B508-B2DB0AB54F46}" srcOrd="0" destOrd="0" presId="urn:microsoft.com/office/officeart/2005/8/layout/orgChart1"/>
    <dgm:cxn modelId="{D13A9D80-88F9-4CAA-B16B-E33CBE17A856}" type="presParOf" srcId="{1689E612-7A30-4184-B508-B2DB0AB54F46}" destId="{D3F458F0-97E5-4B05-A301-2E5C7CF8882D}" srcOrd="0" destOrd="0" presId="urn:microsoft.com/office/officeart/2005/8/layout/orgChart1"/>
    <dgm:cxn modelId="{3D1CDE0C-6F4B-4C9E-B3E3-6D63A6F49A85}" type="presParOf" srcId="{1689E612-7A30-4184-B508-B2DB0AB54F46}" destId="{40E28981-5E02-42AB-8B43-1C39B5FB4282}" srcOrd="1" destOrd="0" presId="urn:microsoft.com/office/officeart/2005/8/layout/orgChart1"/>
    <dgm:cxn modelId="{EFF2977C-B611-4633-8930-8CC45D218276}" type="presParOf" srcId="{2767C763-3D7E-44C6-9838-864B475D30EF}" destId="{47AE62B9-C089-4C40-8559-97599F27995F}" srcOrd="1" destOrd="0" presId="urn:microsoft.com/office/officeart/2005/8/layout/orgChart1"/>
    <dgm:cxn modelId="{4DF55104-7BD1-4B30-9B2E-F6F8477696BF}" type="presParOf" srcId="{47AE62B9-C089-4C40-8559-97599F27995F}" destId="{415F64F7-66CB-4A22-86B5-31B9722131E6}" srcOrd="0" destOrd="0" presId="urn:microsoft.com/office/officeart/2005/8/layout/orgChart1"/>
    <dgm:cxn modelId="{5A7B88E0-C9BD-4D89-BB8B-1E0CC0D439D0}" type="presParOf" srcId="{47AE62B9-C089-4C40-8559-97599F27995F}" destId="{24EBD24C-D5B8-4EFE-AB7B-BCE9F0394BE9}" srcOrd="1" destOrd="0" presId="urn:microsoft.com/office/officeart/2005/8/layout/orgChart1"/>
    <dgm:cxn modelId="{B8FDBEDE-E81A-4CD5-8223-E2C96B057DBE}" type="presParOf" srcId="{24EBD24C-D5B8-4EFE-AB7B-BCE9F0394BE9}" destId="{56549515-C0CD-4CBB-A806-45E9ABB2DCAF}" srcOrd="0" destOrd="0" presId="urn:microsoft.com/office/officeart/2005/8/layout/orgChart1"/>
    <dgm:cxn modelId="{39BD1596-6526-4EAF-9FB0-FA884B1268B4}" type="presParOf" srcId="{56549515-C0CD-4CBB-A806-45E9ABB2DCAF}" destId="{942771BB-BC3E-43C8-8E19-9080F29910AB}" srcOrd="0" destOrd="0" presId="urn:microsoft.com/office/officeart/2005/8/layout/orgChart1"/>
    <dgm:cxn modelId="{C10072FF-D767-4AF1-864A-F26FF2C90F6B}" type="presParOf" srcId="{56549515-C0CD-4CBB-A806-45E9ABB2DCAF}" destId="{0770DD4E-75C9-4E26-9E55-0738153CB8E2}" srcOrd="1" destOrd="0" presId="urn:microsoft.com/office/officeart/2005/8/layout/orgChart1"/>
    <dgm:cxn modelId="{B50563A1-3BCD-4F81-8B01-FDCD964825D5}" type="presParOf" srcId="{24EBD24C-D5B8-4EFE-AB7B-BCE9F0394BE9}" destId="{F55C2E04-DB72-4575-94EB-DEC23376356B}" srcOrd="1" destOrd="0" presId="urn:microsoft.com/office/officeart/2005/8/layout/orgChart1"/>
    <dgm:cxn modelId="{7CADE9D1-1037-4601-A447-64D230535227}" type="presParOf" srcId="{24EBD24C-D5B8-4EFE-AB7B-BCE9F0394BE9}" destId="{4711E056-AB76-4257-8647-B6E0F8B53C28}" srcOrd="2" destOrd="0" presId="urn:microsoft.com/office/officeart/2005/8/layout/orgChart1"/>
    <dgm:cxn modelId="{7A519518-877C-4731-AAEC-8265CB349C84}" type="presParOf" srcId="{47AE62B9-C089-4C40-8559-97599F27995F}" destId="{F83F9327-9AC6-4909-9F03-61705A401A3B}" srcOrd="2" destOrd="0" presId="urn:microsoft.com/office/officeart/2005/8/layout/orgChart1"/>
    <dgm:cxn modelId="{8CBAE7B2-AC87-44B6-827B-5125DEC4677A}" type="presParOf" srcId="{47AE62B9-C089-4C40-8559-97599F27995F}" destId="{7F52C411-44F3-41A9-9036-63CE4470DAA8}" srcOrd="3" destOrd="0" presId="urn:microsoft.com/office/officeart/2005/8/layout/orgChart1"/>
    <dgm:cxn modelId="{58D82BB6-C691-4B9E-BAE6-E3388D073F20}" type="presParOf" srcId="{7F52C411-44F3-41A9-9036-63CE4470DAA8}" destId="{E899B10A-92E1-4A46-9C06-996338EA6A69}" srcOrd="0" destOrd="0" presId="urn:microsoft.com/office/officeart/2005/8/layout/orgChart1"/>
    <dgm:cxn modelId="{BE7E628B-A7BD-4F42-BB0D-BD22196584D6}" type="presParOf" srcId="{E899B10A-92E1-4A46-9C06-996338EA6A69}" destId="{BC32C6AF-6901-4FD7-8F83-5A10AEB9EFAD}" srcOrd="0" destOrd="0" presId="urn:microsoft.com/office/officeart/2005/8/layout/orgChart1"/>
    <dgm:cxn modelId="{4A3777E0-22B1-45B6-9D63-E54D141A28BA}" type="presParOf" srcId="{E899B10A-92E1-4A46-9C06-996338EA6A69}" destId="{1E8ECC33-82E5-4761-8974-6D5EB6217AFF}" srcOrd="1" destOrd="0" presId="urn:microsoft.com/office/officeart/2005/8/layout/orgChart1"/>
    <dgm:cxn modelId="{CFEC3EC8-E5F2-47B6-B319-837DA52D54E8}" type="presParOf" srcId="{7F52C411-44F3-41A9-9036-63CE4470DAA8}" destId="{ECC4016F-C62E-41B6-AFAE-96D9DC6C008F}" srcOrd="1" destOrd="0" presId="urn:microsoft.com/office/officeart/2005/8/layout/orgChart1"/>
    <dgm:cxn modelId="{7AF9CE8B-C9DB-4447-9105-E40AE1BC005E}" type="presParOf" srcId="{7F52C411-44F3-41A9-9036-63CE4470DAA8}" destId="{1DAC37C7-1F1C-4AF8-B9A5-FFE91B743BD2}" srcOrd="2" destOrd="0" presId="urn:microsoft.com/office/officeart/2005/8/layout/orgChart1"/>
    <dgm:cxn modelId="{7ABA54DD-ECAF-4A19-9502-F8816156B761}" type="presParOf" srcId="{47AE62B9-C089-4C40-8559-97599F27995F}" destId="{76524CA4-80EB-4C5B-B45D-BB71FBD6B670}" srcOrd="4" destOrd="0" presId="urn:microsoft.com/office/officeart/2005/8/layout/orgChart1"/>
    <dgm:cxn modelId="{EDC07434-F9B8-43A5-98BA-97D3B9D42FD3}" type="presParOf" srcId="{47AE62B9-C089-4C40-8559-97599F27995F}" destId="{C018C804-D96C-4D6B-B25A-18437584F260}" srcOrd="5" destOrd="0" presId="urn:microsoft.com/office/officeart/2005/8/layout/orgChart1"/>
    <dgm:cxn modelId="{19B45A9B-A384-46F6-B4D3-6D07CF1B797D}" type="presParOf" srcId="{C018C804-D96C-4D6B-B25A-18437584F260}" destId="{C7A6AC46-A939-4E70-B05F-38597BED4334}" srcOrd="0" destOrd="0" presId="urn:microsoft.com/office/officeart/2005/8/layout/orgChart1"/>
    <dgm:cxn modelId="{6F565351-C23B-4A4A-A59E-544C1D4E115A}" type="presParOf" srcId="{C7A6AC46-A939-4E70-B05F-38597BED4334}" destId="{B66A4B0A-2375-44CA-B929-D1131BC3B279}" srcOrd="0" destOrd="0" presId="urn:microsoft.com/office/officeart/2005/8/layout/orgChart1"/>
    <dgm:cxn modelId="{8CED03C1-02C9-4880-8C5D-6B096F8D4659}" type="presParOf" srcId="{C7A6AC46-A939-4E70-B05F-38597BED4334}" destId="{9BB2EF76-9B5E-4F2E-8E1A-9C184180F690}" srcOrd="1" destOrd="0" presId="urn:microsoft.com/office/officeart/2005/8/layout/orgChart1"/>
    <dgm:cxn modelId="{F5C81828-1D7C-4B84-BFFF-E91DEA5F4123}" type="presParOf" srcId="{C018C804-D96C-4D6B-B25A-18437584F260}" destId="{5A0027B7-B0A5-49F6-A5EB-CB9602521931}" srcOrd="1" destOrd="0" presId="urn:microsoft.com/office/officeart/2005/8/layout/orgChart1"/>
    <dgm:cxn modelId="{C0D68E3B-EC9B-4F8A-8B64-B32E6A678E7E}" type="presParOf" srcId="{C018C804-D96C-4D6B-B25A-18437584F260}" destId="{6471E5DE-D1E0-42CB-8547-D51F633C3FFA}" srcOrd="2" destOrd="0" presId="urn:microsoft.com/office/officeart/2005/8/layout/orgChart1"/>
    <dgm:cxn modelId="{1909192F-574B-4D9D-9018-868C1E7B9623}" type="presParOf" srcId="{2767C763-3D7E-44C6-9838-864B475D30EF}" destId="{A0152BEE-84E0-4693-82FE-F043A72FE5B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C7893-899E-4EDC-AF24-5E24BE1782F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2F588-76A2-4E97-BEE5-8BEE191F38AC}">
      <dgm:prSet phldrT="[Text]" custT="1"/>
      <dgm:spPr>
        <a:solidFill>
          <a:srgbClr val="D4ECBA"/>
        </a:solidFill>
        <a:ln w="6350">
          <a:solidFill>
            <a:srgbClr val="EBEBEB"/>
          </a:solidFill>
        </a:ln>
      </dgm:spPr>
      <dgm:t>
        <a:bodyPr/>
        <a:lstStyle/>
        <a:p>
          <a:pPr>
            <a:buNone/>
          </a:pPr>
          <a:r>
            <a:rPr lang="en-US" sz="55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Test &amp; Commissioning Lead (Deployment Project Manager)</a:t>
          </a:r>
        </a:p>
        <a:p>
          <a:r>
            <a:rPr lang="en-US" sz="550" b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Anthony Daniel</a:t>
          </a:r>
          <a:endParaRPr lang="en-US" sz="550" b="0" dirty="0">
            <a:solidFill>
              <a:sysClr val="windowText" lastClr="000000"/>
            </a:solidFill>
          </a:endParaRPr>
        </a:p>
      </dgm:t>
    </dgm:pt>
    <dgm:pt modelId="{F181D0D7-40EE-4306-998E-CD1A24A4E0BC}" type="sibTrans" cxnId="{C0CA07A0-6F01-431A-AB00-9A2655ACCC2C}">
      <dgm:prSet/>
      <dgm:spPr/>
      <dgm:t>
        <a:bodyPr/>
        <a:lstStyle/>
        <a:p>
          <a:endParaRPr lang="en-US"/>
        </a:p>
      </dgm:t>
    </dgm:pt>
    <dgm:pt modelId="{7916DDB2-D33C-4F6E-AC92-455E6730D291}" type="parTrans" cxnId="{C0CA07A0-6F01-431A-AB00-9A2655ACCC2C}">
      <dgm:prSet/>
      <dgm:spPr/>
      <dgm:t>
        <a:bodyPr/>
        <a:lstStyle/>
        <a:p>
          <a:endParaRPr lang="en-US"/>
        </a:p>
      </dgm:t>
    </dgm:pt>
    <dgm:pt modelId="{85428877-A5DA-4CB3-AB6B-2EA39F7CE786}">
      <dgm:prSet custT="1"/>
      <dgm:spPr>
        <a:solidFill>
          <a:srgbClr val="D4ECBA"/>
        </a:solidFill>
        <a:ln w="6350">
          <a:solidFill>
            <a:srgbClr val="EBEBEB"/>
          </a:solidFill>
        </a:ln>
      </dgm:spPr>
      <dgm:t>
        <a:bodyPr/>
        <a:lstStyle/>
        <a:p>
          <a:pPr>
            <a:spcAft>
              <a:spcPts val="0"/>
            </a:spcAft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Infrastructure Installation Supervision</a:t>
          </a:r>
        </a:p>
        <a:p>
          <a:pPr>
            <a:spcAft>
              <a:spcPts val="0"/>
            </a:spcAft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Jarad Khan</a:t>
          </a:r>
          <a:endParaRPr lang="en-US" sz="550" kern="1200" dirty="0">
            <a:solidFill>
              <a:sysClr val="windowText" lastClr="00000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EB5FB2F-72A6-4CC0-8A4E-1FFEFE433F8B}" type="parTrans" cxnId="{F88D1295-EB7D-4671-9541-00B2973F3D7D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0FD9C4F2-D1CC-40A7-AD71-8F8D3B3D4C2C}" type="sibTrans" cxnId="{F88D1295-EB7D-4671-9541-00B2973F3D7D}">
      <dgm:prSet/>
      <dgm:spPr/>
      <dgm:t>
        <a:bodyPr/>
        <a:lstStyle/>
        <a:p>
          <a:endParaRPr lang="en-US"/>
        </a:p>
      </dgm:t>
    </dgm:pt>
    <dgm:pt modelId="{90DFA848-A423-4AAA-B6D1-3262F7E7442E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O&amp;M Training</a:t>
          </a:r>
        </a:p>
        <a:p>
          <a:r>
            <a:rPr lang="en-US" sz="550" dirty="0">
              <a:solidFill>
                <a:sysClr val="windowText" lastClr="000000"/>
              </a:solidFill>
            </a:rPr>
            <a:t>Winston Browning</a:t>
          </a:r>
        </a:p>
      </dgm:t>
    </dgm:pt>
    <dgm:pt modelId="{4652C4EB-9B6A-443D-B51B-5387E06294CF}" type="parTrans" cxnId="{41116D41-FD7C-43BB-BA4C-F165D221AFCC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30A57001-8312-41F6-A90E-97CDA4C018E2}" type="sibTrans" cxnId="{41116D41-FD7C-43BB-BA4C-F165D221AFCC}">
      <dgm:prSet/>
      <dgm:spPr/>
      <dgm:t>
        <a:bodyPr/>
        <a:lstStyle/>
        <a:p>
          <a:endParaRPr lang="en-US"/>
        </a:p>
      </dgm:t>
    </dgm:pt>
    <dgm:pt modelId="{D855FF75-0387-4548-B1D9-BF3067BB4ACC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Site QA &amp; CM</a:t>
          </a:r>
        </a:p>
        <a:p>
          <a:r>
            <a:rPr lang="en-US" sz="550" dirty="0">
              <a:solidFill>
                <a:sysClr val="windowText" lastClr="000000"/>
              </a:solidFill>
            </a:rPr>
            <a:t>SBE + Irfan Siddiqui</a:t>
          </a:r>
        </a:p>
      </dgm:t>
    </dgm:pt>
    <dgm:pt modelId="{75B0E857-895E-4292-AF90-A9C7F1C1B61A}" type="parTrans" cxnId="{81516EC2-CDB4-4686-90DF-950796DB05C6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CE5C1015-D721-4C5C-9685-EC7953C13D66}" type="sibTrans" cxnId="{81516EC2-CDB4-4686-90DF-950796DB05C6}">
      <dgm:prSet/>
      <dgm:spPr/>
      <dgm:t>
        <a:bodyPr/>
        <a:lstStyle/>
        <a:p>
          <a:endParaRPr lang="en-US"/>
        </a:p>
      </dgm:t>
    </dgm:pt>
    <dgm:pt modelId="{94786945-85F7-4C29-89E3-4F269D476B2D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Vehicle</a:t>
          </a:r>
        </a:p>
        <a:p>
          <a:r>
            <a:rPr lang="en-US" sz="550" dirty="0">
              <a:solidFill>
                <a:sysClr val="windowText" lastClr="000000"/>
              </a:solidFill>
            </a:rPr>
            <a:t> Testing &amp; Comm</a:t>
          </a:r>
        </a:p>
        <a:p>
          <a:r>
            <a:rPr lang="en-US" sz="550" dirty="0">
              <a:solidFill>
                <a:sysClr val="windowText" lastClr="000000"/>
              </a:solidFill>
            </a:rPr>
            <a:t>SBE + James Hurd</a:t>
          </a:r>
        </a:p>
      </dgm:t>
    </dgm:pt>
    <dgm:pt modelId="{9BC0E4AF-D749-4B83-BDE8-74E5A1C55D2E}" type="parTrans" cxnId="{5485B4CC-C5DF-4BAE-9684-560E551C21BE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3A5767A8-9A1E-4891-BBA8-171B92E38F11}" type="sibTrans" cxnId="{5485B4CC-C5DF-4BAE-9684-560E551C21BE}">
      <dgm:prSet/>
      <dgm:spPr/>
      <dgm:t>
        <a:bodyPr/>
        <a:lstStyle/>
        <a:p>
          <a:endParaRPr lang="en-US"/>
        </a:p>
      </dgm:t>
    </dgm:pt>
    <dgm:pt modelId="{3A3C3310-2C72-4CE8-BC2F-EC5A7A803986}">
      <dgm:prSet custT="1"/>
      <dgm:spPr>
        <a:solidFill>
          <a:srgbClr val="D4ECBA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HSE</a:t>
          </a:r>
        </a:p>
        <a:p>
          <a:r>
            <a:rPr lang="en-US" sz="550" dirty="0">
              <a:solidFill>
                <a:sysClr val="windowText" lastClr="000000"/>
              </a:solidFill>
            </a:rPr>
            <a:t>Irfan Siddiqui</a:t>
          </a:r>
        </a:p>
      </dgm:t>
    </dgm:pt>
    <dgm:pt modelId="{447F3198-9437-41D1-8EC7-53DD68692E4D}" type="parTrans" cxnId="{416FC842-746A-42B1-8EDB-68AC1F274913}">
      <dgm:prSet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E23EEE7D-E45D-4DE6-88FB-1C74921C9A67}" type="sibTrans" cxnId="{416FC842-746A-42B1-8EDB-68AC1F274913}">
      <dgm:prSet/>
      <dgm:spPr/>
      <dgm:t>
        <a:bodyPr/>
        <a:lstStyle/>
        <a:p>
          <a:endParaRPr lang="en-US"/>
        </a:p>
      </dgm:t>
    </dgm:pt>
    <dgm:pt modelId="{D7337F06-E327-4150-8C37-7A66E0F4553B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Vehicle Option Ins</a:t>
          </a:r>
        </a:p>
        <a:p>
          <a:r>
            <a:rPr lang="en-US" sz="550" dirty="0">
              <a:solidFill>
                <a:sysClr val="windowText" lastClr="000000"/>
              </a:solidFill>
            </a:rPr>
            <a:t> &amp; Supervision</a:t>
          </a:r>
        </a:p>
        <a:p>
          <a:r>
            <a:rPr lang="en-US" sz="550" dirty="0">
              <a:solidFill>
                <a:sysClr val="windowText" lastClr="000000"/>
              </a:solidFill>
            </a:rPr>
            <a:t>SBE + James Hurd</a:t>
          </a:r>
        </a:p>
      </dgm:t>
    </dgm:pt>
    <dgm:pt modelId="{0E217C30-3511-4FD8-8CBB-DF7192C777C0}" type="parTrans" cxnId="{6EC44C70-E623-4168-A06D-657FF25FA22C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3186B86A-13B0-46C0-AF91-241772C83ED1}" type="sibTrans" cxnId="{6EC44C70-E623-4168-A06D-657FF25FA22C}">
      <dgm:prSet/>
      <dgm:spPr/>
      <dgm:t>
        <a:bodyPr/>
        <a:lstStyle/>
        <a:p>
          <a:endParaRPr lang="en-US"/>
        </a:p>
      </dgm:t>
    </dgm:pt>
    <dgm:pt modelId="{FF9CC807-AD17-49FF-9F63-49BF9691B2AA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Infrastructure Design (SID)</a:t>
          </a:r>
        </a:p>
        <a:p>
          <a:r>
            <a:rPr lang="en-US" sz="5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Paul Rosemond</a:t>
          </a:r>
          <a:endParaRPr lang="en-US" sz="550" dirty="0">
            <a:solidFill>
              <a:sysClr val="windowText" lastClr="000000"/>
            </a:solidFill>
          </a:endParaRPr>
        </a:p>
      </dgm:t>
    </dgm:pt>
    <dgm:pt modelId="{D2ECCA0B-45F0-4326-8D41-48FE9CF18773}" type="parTrans" cxnId="{6CE49CEF-ACE9-47F1-A229-0193ACC2912E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0C4D6F5D-2C4E-4C50-9905-30A16391D130}" type="sibTrans" cxnId="{6CE49CEF-ACE9-47F1-A229-0193ACC2912E}">
      <dgm:prSet/>
      <dgm:spPr/>
      <dgm:t>
        <a:bodyPr/>
        <a:lstStyle/>
        <a:p>
          <a:endParaRPr lang="en-US"/>
        </a:p>
      </dgm:t>
    </dgm:pt>
    <dgm:pt modelId="{B15EC4FC-E41A-48F0-B905-7D7660074516}">
      <dgm:prSet custT="1"/>
      <dgm:spPr>
        <a:solidFill>
          <a:srgbClr val="F2F2F2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Vehicle</a:t>
          </a:r>
        </a:p>
        <a:p>
          <a:r>
            <a:rPr lang="en-US" sz="550" dirty="0">
              <a:solidFill>
                <a:sysClr val="windowText" lastClr="000000"/>
              </a:solidFill>
            </a:rPr>
            <a:t> Installation Supervision</a:t>
          </a:r>
        </a:p>
        <a:p>
          <a:r>
            <a:rPr lang="en-US" sz="550" dirty="0">
              <a:solidFill>
                <a:sysClr val="windowText" lastClr="000000"/>
              </a:solidFill>
            </a:rPr>
            <a:t>SBE + James Hurd</a:t>
          </a:r>
        </a:p>
      </dgm:t>
    </dgm:pt>
    <dgm:pt modelId="{7114F0F6-64C5-4BC6-83AE-DAE87B45A7A6}" type="parTrans" cxnId="{6AD10602-FF41-4752-9E8A-69C9D459D791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DA780268-8A42-4996-B610-D97663D52450}" type="sibTrans" cxnId="{6AD10602-FF41-4752-9E8A-69C9D459D791}">
      <dgm:prSet/>
      <dgm:spPr/>
      <dgm:t>
        <a:bodyPr/>
        <a:lstStyle/>
        <a:p>
          <a:endParaRPr lang="en-US"/>
        </a:p>
      </dgm:t>
    </dgm:pt>
    <dgm:pt modelId="{09F4CC76-2ACA-46A9-A4E6-C4512BADF6E8}">
      <dgm:prSet custT="1"/>
      <dgm:spPr>
        <a:solidFill>
          <a:srgbClr val="D4ECBA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Site DCS &amp; Cyber</a:t>
          </a:r>
        </a:p>
        <a:p>
          <a:r>
            <a:rPr lang="en-US" sz="550" dirty="0">
              <a:solidFill>
                <a:sysClr val="windowText" lastClr="000000"/>
              </a:solidFill>
            </a:rPr>
            <a:t>Vishal Kumar</a:t>
          </a:r>
        </a:p>
      </dgm:t>
    </dgm:pt>
    <dgm:pt modelId="{BDF957A1-15AB-4AE8-930C-AD59376C370F}" type="parTrans" cxnId="{28B36E07-3559-40B3-8291-D2EC9B229B9E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BE24AC96-AD1C-41FA-88FC-7147F2D8A851}" type="sibTrans" cxnId="{28B36E07-3559-40B3-8291-D2EC9B229B9E}">
      <dgm:prSet/>
      <dgm:spPr/>
      <dgm:t>
        <a:bodyPr/>
        <a:lstStyle/>
        <a:p>
          <a:endParaRPr lang="en-US"/>
        </a:p>
      </dgm:t>
    </dgm:pt>
    <dgm:pt modelId="{42913310-4FD7-4AEB-9177-2EF8124235D5}">
      <dgm:prSet custT="1"/>
      <dgm:spPr>
        <a:solidFill>
          <a:srgbClr val="D4ECBA"/>
        </a:solidFill>
        <a:ln w="6350">
          <a:solidFill>
            <a:srgbClr val="EBEBEB"/>
          </a:solidFill>
        </a:ln>
      </dgm:spPr>
      <dgm:t>
        <a:bodyPr/>
        <a:lstStyle/>
        <a:p>
          <a:r>
            <a:rPr lang="en-US" sz="550" dirty="0">
              <a:solidFill>
                <a:sysClr val="windowText" lastClr="000000"/>
              </a:solidFill>
            </a:rPr>
            <a:t>Infrastructure Testing &amp; Commissioning</a:t>
          </a:r>
        </a:p>
        <a:p>
          <a:r>
            <a:rPr lang="en-US" sz="550" dirty="0">
              <a:solidFill>
                <a:sysClr val="windowText" lastClr="000000"/>
              </a:solidFill>
            </a:rPr>
            <a:t>James Hurd</a:t>
          </a:r>
        </a:p>
      </dgm:t>
    </dgm:pt>
    <dgm:pt modelId="{9867660C-E50D-4E42-ABAD-BDD9E1CF1B42}" type="parTrans" cxnId="{F0C5C1D3-3E84-4FE7-9350-87C5EC586927}">
      <dgm:prSet/>
      <dgm:spPr>
        <a:solidFill>
          <a:srgbClr val="F2F2F2"/>
        </a:solidFill>
        <a:ln w="6350">
          <a:solidFill>
            <a:srgbClr val="B3B3B3"/>
          </a:solidFill>
        </a:ln>
      </dgm:spPr>
      <dgm:t>
        <a:bodyPr/>
        <a:lstStyle/>
        <a:p>
          <a:endParaRPr lang="en-US" sz="550">
            <a:solidFill>
              <a:sysClr val="windowText" lastClr="000000"/>
            </a:solidFill>
          </a:endParaRPr>
        </a:p>
      </dgm:t>
    </dgm:pt>
    <dgm:pt modelId="{EDD276D9-CBC7-4CF2-AAF0-BBE6D0B69956}" type="sibTrans" cxnId="{F0C5C1D3-3E84-4FE7-9350-87C5EC586927}">
      <dgm:prSet/>
      <dgm:spPr/>
      <dgm:t>
        <a:bodyPr/>
        <a:lstStyle/>
        <a:p>
          <a:endParaRPr lang="en-US"/>
        </a:p>
      </dgm:t>
    </dgm:pt>
    <dgm:pt modelId="{83F17102-6198-4A8B-8EC9-59F438C62240}" type="pres">
      <dgm:prSet presAssocID="{F7AC7893-899E-4EDC-AF24-5E24BE1782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4845D2F-FB4E-4182-9718-DD47BA9B2574}" type="pres">
      <dgm:prSet presAssocID="{8222F588-76A2-4E97-BEE5-8BEE191F38AC}" presName="hierRoot1" presStyleCnt="0">
        <dgm:presLayoutVars>
          <dgm:hierBranch val="hang"/>
        </dgm:presLayoutVars>
      </dgm:prSet>
      <dgm:spPr/>
    </dgm:pt>
    <dgm:pt modelId="{8E535347-203C-44A4-9042-8A7340E3E8B1}" type="pres">
      <dgm:prSet presAssocID="{8222F588-76A2-4E97-BEE5-8BEE191F38AC}" presName="rootComposite1" presStyleCnt="0"/>
      <dgm:spPr/>
    </dgm:pt>
    <dgm:pt modelId="{CEDC713C-72C0-4971-B9EC-C2A30F6D8C88}" type="pres">
      <dgm:prSet presAssocID="{8222F588-76A2-4E97-BEE5-8BEE191F38AC}" presName="rootText1" presStyleLbl="node0" presStyleIdx="0" presStyleCnt="1" custScaleX="225754" custScaleY="134508">
        <dgm:presLayoutVars>
          <dgm:chPref val="3"/>
        </dgm:presLayoutVars>
      </dgm:prSet>
      <dgm:spPr/>
    </dgm:pt>
    <dgm:pt modelId="{6FBA930A-7277-4120-9F05-7413347F83AB}" type="pres">
      <dgm:prSet presAssocID="{8222F588-76A2-4E97-BEE5-8BEE191F38AC}" presName="rootConnector1" presStyleLbl="node1" presStyleIdx="0" presStyleCnt="0"/>
      <dgm:spPr/>
    </dgm:pt>
    <dgm:pt modelId="{66C18507-D250-458D-8D88-A4CEFE0DAB1A}" type="pres">
      <dgm:prSet presAssocID="{8222F588-76A2-4E97-BEE5-8BEE191F38AC}" presName="hierChild2" presStyleCnt="0"/>
      <dgm:spPr/>
    </dgm:pt>
    <dgm:pt modelId="{10B01B8B-381B-4652-B5A9-43A632C9576D}" type="pres">
      <dgm:prSet presAssocID="{1EB5FB2F-72A6-4CC0-8A4E-1FFEFE433F8B}" presName="Name48" presStyleLbl="parChTrans1D2" presStyleIdx="0" presStyleCnt="10" custSzX="109414"/>
      <dgm:spPr/>
    </dgm:pt>
    <dgm:pt modelId="{19FD0B04-B3C2-4DC3-9A46-513975CEE159}" type="pres">
      <dgm:prSet presAssocID="{85428877-A5DA-4CB3-AB6B-2EA39F7CE786}" presName="hierRoot2" presStyleCnt="0">
        <dgm:presLayoutVars>
          <dgm:hierBranch val="hang"/>
        </dgm:presLayoutVars>
      </dgm:prSet>
      <dgm:spPr/>
    </dgm:pt>
    <dgm:pt modelId="{71FD1CE9-3E83-4D64-9B94-A4C3B5AC9249}" type="pres">
      <dgm:prSet presAssocID="{85428877-A5DA-4CB3-AB6B-2EA39F7CE786}" presName="rootComposite" presStyleCnt="0"/>
      <dgm:spPr/>
    </dgm:pt>
    <dgm:pt modelId="{C979F298-B716-40D5-ABC2-C84A98C01826}" type="pres">
      <dgm:prSet presAssocID="{85428877-A5DA-4CB3-AB6B-2EA39F7CE786}" presName="rootText" presStyleLbl="node2" presStyleIdx="0" presStyleCnt="10" custScaleX="119658">
        <dgm:presLayoutVars>
          <dgm:chPref val="3"/>
        </dgm:presLayoutVars>
      </dgm:prSet>
      <dgm:spPr/>
    </dgm:pt>
    <dgm:pt modelId="{9320B5D2-9EE8-417A-8A8F-8C9192493CEE}" type="pres">
      <dgm:prSet presAssocID="{85428877-A5DA-4CB3-AB6B-2EA39F7CE786}" presName="rootConnector" presStyleLbl="node2" presStyleIdx="0" presStyleCnt="10"/>
      <dgm:spPr/>
    </dgm:pt>
    <dgm:pt modelId="{037C6DC2-1517-44C3-9E44-45972332C04B}" type="pres">
      <dgm:prSet presAssocID="{85428877-A5DA-4CB3-AB6B-2EA39F7CE786}" presName="hierChild4" presStyleCnt="0"/>
      <dgm:spPr/>
    </dgm:pt>
    <dgm:pt modelId="{5DC7FF60-7E65-430F-9AD6-70B28FA58666}" type="pres">
      <dgm:prSet presAssocID="{85428877-A5DA-4CB3-AB6B-2EA39F7CE786}" presName="hierChild5" presStyleCnt="0"/>
      <dgm:spPr/>
    </dgm:pt>
    <dgm:pt modelId="{3AC0A979-844F-4F3F-A5C8-AFB0996562BC}" type="pres">
      <dgm:prSet presAssocID="{D2ECCA0B-45F0-4326-8D41-48FE9CF18773}" presName="Name48" presStyleLbl="parChTrans1D2" presStyleIdx="1" presStyleCnt="10" custSzX="109414"/>
      <dgm:spPr/>
    </dgm:pt>
    <dgm:pt modelId="{5C3C5D1F-E9E7-4175-8005-927326EAC471}" type="pres">
      <dgm:prSet presAssocID="{FF9CC807-AD17-49FF-9F63-49BF9691B2AA}" presName="hierRoot2" presStyleCnt="0">
        <dgm:presLayoutVars>
          <dgm:hierBranch val="init"/>
        </dgm:presLayoutVars>
      </dgm:prSet>
      <dgm:spPr/>
    </dgm:pt>
    <dgm:pt modelId="{92A43FCE-4DC4-4AC4-AF47-51033A0702FC}" type="pres">
      <dgm:prSet presAssocID="{FF9CC807-AD17-49FF-9F63-49BF9691B2AA}" presName="rootComposite" presStyleCnt="0"/>
      <dgm:spPr/>
    </dgm:pt>
    <dgm:pt modelId="{0F3C2162-17F3-4F2E-A6AC-330B404FF337}" type="pres">
      <dgm:prSet presAssocID="{FF9CC807-AD17-49FF-9F63-49BF9691B2AA}" presName="rootText" presStyleLbl="node2" presStyleIdx="1" presStyleCnt="10" custScaleX="119658">
        <dgm:presLayoutVars>
          <dgm:chPref val="3"/>
        </dgm:presLayoutVars>
      </dgm:prSet>
      <dgm:spPr/>
    </dgm:pt>
    <dgm:pt modelId="{187AD9C3-AEBB-41FE-BC0E-F58A0B3760AF}" type="pres">
      <dgm:prSet presAssocID="{FF9CC807-AD17-49FF-9F63-49BF9691B2AA}" presName="rootConnector" presStyleLbl="node2" presStyleIdx="1" presStyleCnt="10"/>
      <dgm:spPr/>
    </dgm:pt>
    <dgm:pt modelId="{4ACC4448-C602-40AD-AF8B-66912B9650D0}" type="pres">
      <dgm:prSet presAssocID="{FF9CC807-AD17-49FF-9F63-49BF9691B2AA}" presName="hierChild4" presStyleCnt="0"/>
      <dgm:spPr/>
    </dgm:pt>
    <dgm:pt modelId="{56D96C77-1B81-43B2-A9E8-7A3AEEC0D667}" type="pres">
      <dgm:prSet presAssocID="{FF9CC807-AD17-49FF-9F63-49BF9691B2AA}" presName="hierChild5" presStyleCnt="0"/>
      <dgm:spPr/>
    </dgm:pt>
    <dgm:pt modelId="{84FC7B0E-9D69-4C09-91E9-79A55653F3DC}" type="pres">
      <dgm:prSet presAssocID="{9867660C-E50D-4E42-ABAD-BDD9E1CF1B42}" presName="Name48" presStyleLbl="parChTrans1D2" presStyleIdx="2" presStyleCnt="10" custSzX="109414"/>
      <dgm:spPr/>
    </dgm:pt>
    <dgm:pt modelId="{6BE91060-2CF0-466B-8D61-E8ED56DE9BBE}" type="pres">
      <dgm:prSet presAssocID="{42913310-4FD7-4AEB-9177-2EF8124235D5}" presName="hierRoot2" presStyleCnt="0">
        <dgm:presLayoutVars>
          <dgm:hierBranch val="init"/>
        </dgm:presLayoutVars>
      </dgm:prSet>
      <dgm:spPr/>
    </dgm:pt>
    <dgm:pt modelId="{02359FD2-9711-4D7E-8BD7-C09F515D1206}" type="pres">
      <dgm:prSet presAssocID="{42913310-4FD7-4AEB-9177-2EF8124235D5}" presName="rootComposite" presStyleCnt="0"/>
      <dgm:spPr/>
    </dgm:pt>
    <dgm:pt modelId="{5160A037-E843-4ECD-8170-3BB5D48DDD82}" type="pres">
      <dgm:prSet presAssocID="{42913310-4FD7-4AEB-9177-2EF8124235D5}" presName="rootText" presStyleLbl="node2" presStyleIdx="2" presStyleCnt="10" custScaleX="119658">
        <dgm:presLayoutVars>
          <dgm:chPref val="3"/>
        </dgm:presLayoutVars>
      </dgm:prSet>
      <dgm:spPr/>
    </dgm:pt>
    <dgm:pt modelId="{5EE12697-99F3-422A-AA1E-C338C6E926FA}" type="pres">
      <dgm:prSet presAssocID="{42913310-4FD7-4AEB-9177-2EF8124235D5}" presName="rootConnector" presStyleLbl="node2" presStyleIdx="2" presStyleCnt="10"/>
      <dgm:spPr/>
    </dgm:pt>
    <dgm:pt modelId="{1D1D653D-48E2-4052-BE1D-DA19FE14300D}" type="pres">
      <dgm:prSet presAssocID="{42913310-4FD7-4AEB-9177-2EF8124235D5}" presName="hierChild4" presStyleCnt="0"/>
      <dgm:spPr/>
    </dgm:pt>
    <dgm:pt modelId="{A6746F69-CCA8-4E46-ADBB-9EB1D86E4DE7}" type="pres">
      <dgm:prSet presAssocID="{42913310-4FD7-4AEB-9177-2EF8124235D5}" presName="hierChild5" presStyleCnt="0"/>
      <dgm:spPr/>
    </dgm:pt>
    <dgm:pt modelId="{00B566FA-BA9F-47DF-A5FD-81E12B30C95F}" type="pres">
      <dgm:prSet presAssocID="{BDF957A1-15AB-4AE8-930C-AD59376C370F}" presName="Name48" presStyleLbl="parChTrans1D2" presStyleIdx="3" presStyleCnt="10" custSzX="109414"/>
      <dgm:spPr/>
    </dgm:pt>
    <dgm:pt modelId="{23EF8FB0-8EFB-4256-B439-7555746BD47F}" type="pres">
      <dgm:prSet presAssocID="{09F4CC76-2ACA-46A9-A4E6-C4512BADF6E8}" presName="hierRoot2" presStyleCnt="0">
        <dgm:presLayoutVars>
          <dgm:hierBranch val="init"/>
        </dgm:presLayoutVars>
      </dgm:prSet>
      <dgm:spPr/>
    </dgm:pt>
    <dgm:pt modelId="{05FE6FD2-5836-471B-A43A-B8DE6EEC9485}" type="pres">
      <dgm:prSet presAssocID="{09F4CC76-2ACA-46A9-A4E6-C4512BADF6E8}" presName="rootComposite" presStyleCnt="0"/>
      <dgm:spPr/>
    </dgm:pt>
    <dgm:pt modelId="{FB831210-FB18-4DAC-A35E-9FD1BD620CB8}" type="pres">
      <dgm:prSet presAssocID="{09F4CC76-2ACA-46A9-A4E6-C4512BADF6E8}" presName="rootText" presStyleLbl="node2" presStyleIdx="3" presStyleCnt="10" custScaleX="119658">
        <dgm:presLayoutVars>
          <dgm:chPref val="3"/>
        </dgm:presLayoutVars>
      </dgm:prSet>
      <dgm:spPr/>
    </dgm:pt>
    <dgm:pt modelId="{47ACCF4C-DAFC-46B9-AB41-C3C5B58AB1EC}" type="pres">
      <dgm:prSet presAssocID="{09F4CC76-2ACA-46A9-A4E6-C4512BADF6E8}" presName="rootConnector" presStyleLbl="node2" presStyleIdx="3" presStyleCnt="10"/>
      <dgm:spPr/>
    </dgm:pt>
    <dgm:pt modelId="{ED8244BB-1896-4BA0-8FE7-4AE62C454D70}" type="pres">
      <dgm:prSet presAssocID="{09F4CC76-2ACA-46A9-A4E6-C4512BADF6E8}" presName="hierChild4" presStyleCnt="0"/>
      <dgm:spPr/>
    </dgm:pt>
    <dgm:pt modelId="{3F4626D2-1552-4E82-8980-5A3EBEE67F9F}" type="pres">
      <dgm:prSet presAssocID="{09F4CC76-2ACA-46A9-A4E6-C4512BADF6E8}" presName="hierChild5" presStyleCnt="0"/>
      <dgm:spPr/>
    </dgm:pt>
    <dgm:pt modelId="{7B2D9ABD-9E3A-4E27-AFAB-B1D0CDCDFE1F}" type="pres">
      <dgm:prSet presAssocID="{7114F0F6-64C5-4BC6-83AE-DAE87B45A7A6}" presName="Name48" presStyleLbl="parChTrans1D2" presStyleIdx="4" presStyleCnt="10" custSzX="109414"/>
      <dgm:spPr/>
    </dgm:pt>
    <dgm:pt modelId="{81E975A0-4C92-4FDF-AD5A-4978739D332C}" type="pres">
      <dgm:prSet presAssocID="{B15EC4FC-E41A-48F0-B905-7D7660074516}" presName="hierRoot2" presStyleCnt="0">
        <dgm:presLayoutVars>
          <dgm:hierBranch val="init"/>
        </dgm:presLayoutVars>
      </dgm:prSet>
      <dgm:spPr/>
    </dgm:pt>
    <dgm:pt modelId="{6878C4AE-7AE0-4D09-9173-D265C66CC840}" type="pres">
      <dgm:prSet presAssocID="{B15EC4FC-E41A-48F0-B905-7D7660074516}" presName="rootComposite" presStyleCnt="0"/>
      <dgm:spPr/>
    </dgm:pt>
    <dgm:pt modelId="{E8F08812-9F0D-452B-B6DE-4EA423109A1A}" type="pres">
      <dgm:prSet presAssocID="{B15EC4FC-E41A-48F0-B905-7D7660074516}" presName="rootText" presStyleLbl="node2" presStyleIdx="4" presStyleCnt="10" custScaleX="119658">
        <dgm:presLayoutVars>
          <dgm:chPref val="3"/>
        </dgm:presLayoutVars>
      </dgm:prSet>
      <dgm:spPr/>
    </dgm:pt>
    <dgm:pt modelId="{31D93C7A-E0C1-4B26-BC2B-4F8D5A16E0FA}" type="pres">
      <dgm:prSet presAssocID="{B15EC4FC-E41A-48F0-B905-7D7660074516}" presName="rootConnector" presStyleLbl="node2" presStyleIdx="4" presStyleCnt="10"/>
      <dgm:spPr/>
    </dgm:pt>
    <dgm:pt modelId="{6E199C38-FC0C-4EB6-B977-567F653DCD42}" type="pres">
      <dgm:prSet presAssocID="{B15EC4FC-E41A-48F0-B905-7D7660074516}" presName="hierChild4" presStyleCnt="0"/>
      <dgm:spPr/>
    </dgm:pt>
    <dgm:pt modelId="{F0399A0E-C600-4FD7-813F-545A22D094B3}" type="pres">
      <dgm:prSet presAssocID="{B15EC4FC-E41A-48F0-B905-7D7660074516}" presName="hierChild5" presStyleCnt="0"/>
      <dgm:spPr/>
    </dgm:pt>
    <dgm:pt modelId="{D57E1CEE-71D5-4E30-A118-A61DC9B5ADE5}" type="pres">
      <dgm:prSet presAssocID="{75B0E857-895E-4292-AF90-A9C7F1C1B61A}" presName="Name48" presStyleLbl="parChTrans1D2" presStyleIdx="5" presStyleCnt="10" custSzX="109414"/>
      <dgm:spPr/>
    </dgm:pt>
    <dgm:pt modelId="{E2DA7CC5-90EB-4D7A-98C5-755EA199AEBC}" type="pres">
      <dgm:prSet presAssocID="{D855FF75-0387-4548-B1D9-BF3067BB4ACC}" presName="hierRoot2" presStyleCnt="0">
        <dgm:presLayoutVars>
          <dgm:hierBranch val="init"/>
        </dgm:presLayoutVars>
      </dgm:prSet>
      <dgm:spPr/>
    </dgm:pt>
    <dgm:pt modelId="{B15CE3AA-703E-4942-81C5-BF09844A6AFD}" type="pres">
      <dgm:prSet presAssocID="{D855FF75-0387-4548-B1D9-BF3067BB4ACC}" presName="rootComposite" presStyleCnt="0"/>
      <dgm:spPr/>
    </dgm:pt>
    <dgm:pt modelId="{9A514321-DE57-4CFD-A914-3924EE3AB0E0}" type="pres">
      <dgm:prSet presAssocID="{D855FF75-0387-4548-B1D9-BF3067BB4ACC}" presName="rootText" presStyleLbl="node2" presStyleIdx="5" presStyleCnt="10" custScaleX="119658">
        <dgm:presLayoutVars>
          <dgm:chPref val="3"/>
        </dgm:presLayoutVars>
      </dgm:prSet>
      <dgm:spPr/>
    </dgm:pt>
    <dgm:pt modelId="{994EA6B4-93A3-44A8-BE8A-CB91D191F7EF}" type="pres">
      <dgm:prSet presAssocID="{D855FF75-0387-4548-B1D9-BF3067BB4ACC}" presName="rootConnector" presStyleLbl="node2" presStyleIdx="5" presStyleCnt="10"/>
      <dgm:spPr/>
    </dgm:pt>
    <dgm:pt modelId="{5CC9A066-765D-4718-8DE6-4252A8491D3B}" type="pres">
      <dgm:prSet presAssocID="{D855FF75-0387-4548-B1D9-BF3067BB4ACC}" presName="hierChild4" presStyleCnt="0"/>
      <dgm:spPr/>
    </dgm:pt>
    <dgm:pt modelId="{FCA9A941-2B0F-4395-AAE8-44BAFE3B7EEA}" type="pres">
      <dgm:prSet presAssocID="{D855FF75-0387-4548-B1D9-BF3067BB4ACC}" presName="hierChild5" presStyleCnt="0"/>
      <dgm:spPr/>
    </dgm:pt>
    <dgm:pt modelId="{203EDE00-8A77-4E49-A77F-E260E4434BD6}" type="pres">
      <dgm:prSet presAssocID="{9BC0E4AF-D749-4B83-BDE8-74E5A1C55D2E}" presName="Name48" presStyleLbl="parChTrans1D2" presStyleIdx="6" presStyleCnt="10" custSzX="109414"/>
      <dgm:spPr/>
    </dgm:pt>
    <dgm:pt modelId="{B433F47D-C10F-4BC6-AD73-BED23137BC71}" type="pres">
      <dgm:prSet presAssocID="{94786945-85F7-4C29-89E3-4F269D476B2D}" presName="hierRoot2" presStyleCnt="0">
        <dgm:presLayoutVars>
          <dgm:hierBranch val="init"/>
        </dgm:presLayoutVars>
      </dgm:prSet>
      <dgm:spPr/>
    </dgm:pt>
    <dgm:pt modelId="{881D27A8-CE17-46F8-8D9B-C4CD07E98289}" type="pres">
      <dgm:prSet presAssocID="{94786945-85F7-4C29-89E3-4F269D476B2D}" presName="rootComposite" presStyleCnt="0"/>
      <dgm:spPr/>
    </dgm:pt>
    <dgm:pt modelId="{8D5BD1FE-65D9-4980-8382-5EDE8BBBF791}" type="pres">
      <dgm:prSet presAssocID="{94786945-85F7-4C29-89E3-4F269D476B2D}" presName="rootText" presStyleLbl="node2" presStyleIdx="6" presStyleCnt="10" custScaleX="119658">
        <dgm:presLayoutVars>
          <dgm:chPref val="3"/>
        </dgm:presLayoutVars>
      </dgm:prSet>
      <dgm:spPr/>
    </dgm:pt>
    <dgm:pt modelId="{EB4BED99-3EC9-4531-90D7-908A4FFD3025}" type="pres">
      <dgm:prSet presAssocID="{94786945-85F7-4C29-89E3-4F269D476B2D}" presName="rootConnector" presStyleLbl="node2" presStyleIdx="6" presStyleCnt="10"/>
      <dgm:spPr/>
    </dgm:pt>
    <dgm:pt modelId="{23C9984E-42D1-432E-8A71-882E6DECEEE9}" type="pres">
      <dgm:prSet presAssocID="{94786945-85F7-4C29-89E3-4F269D476B2D}" presName="hierChild4" presStyleCnt="0"/>
      <dgm:spPr/>
    </dgm:pt>
    <dgm:pt modelId="{39D7C351-8313-4D91-B721-FCA5F5949809}" type="pres">
      <dgm:prSet presAssocID="{94786945-85F7-4C29-89E3-4F269D476B2D}" presName="hierChild5" presStyleCnt="0"/>
      <dgm:spPr/>
    </dgm:pt>
    <dgm:pt modelId="{82448644-CF3D-4AAB-9A0F-7C99CC640A9E}" type="pres">
      <dgm:prSet presAssocID="{447F3198-9437-41D1-8EC7-53DD68692E4D}" presName="Name48" presStyleLbl="parChTrans1D2" presStyleIdx="7" presStyleCnt="10" custSzX="109414"/>
      <dgm:spPr/>
    </dgm:pt>
    <dgm:pt modelId="{1FEC5903-3FD1-4105-8DE8-2426197C9A0B}" type="pres">
      <dgm:prSet presAssocID="{3A3C3310-2C72-4CE8-BC2F-EC5A7A803986}" presName="hierRoot2" presStyleCnt="0">
        <dgm:presLayoutVars>
          <dgm:hierBranch val="init"/>
        </dgm:presLayoutVars>
      </dgm:prSet>
      <dgm:spPr/>
    </dgm:pt>
    <dgm:pt modelId="{698174EA-7A67-4E01-90D3-57B15D37C8EB}" type="pres">
      <dgm:prSet presAssocID="{3A3C3310-2C72-4CE8-BC2F-EC5A7A803986}" presName="rootComposite" presStyleCnt="0"/>
      <dgm:spPr/>
    </dgm:pt>
    <dgm:pt modelId="{25F640D0-789E-4A33-A4E7-62D850A175F0}" type="pres">
      <dgm:prSet presAssocID="{3A3C3310-2C72-4CE8-BC2F-EC5A7A803986}" presName="rootText" presStyleLbl="node2" presStyleIdx="7" presStyleCnt="10" custScaleX="119658">
        <dgm:presLayoutVars>
          <dgm:chPref val="3"/>
        </dgm:presLayoutVars>
      </dgm:prSet>
      <dgm:spPr/>
    </dgm:pt>
    <dgm:pt modelId="{0673EBCF-C9E6-4985-A956-F976676C48E3}" type="pres">
      <dgm:prSet presAssocID="{3A3C3310-2C72-4CE8-BC2F-EC5A7A803986}" presName="rootConnector" presStyleLbl="node2" presStyleIdx="7" presStyleCnt="10"/>
      <dgm:spPr/>
    </dgm:pt>
    <dgm:pt modelId="{E162696A-0B5D-4304-BE8C-73DC9407C83D}" type="pres">
      <dgm:prSet presAssocID="{3A3C3310-2C72-4CE8-BC2F-EC5A7A803986}" presName="hierChild4" presStyleCnt="0"/>
      <dgm:spPr/>
    </dgm:pt>
    <dgm:pt modelId="{6604FC51-7DAC-48DB-8C1E-A14A6CB11851}" type="pres">
      <dgm:prSet presAssocID="{3A3C3310-2C72-4CE8-BC2F-EC5A7A803986}" presName="hierChild5" presStyleCnt="0"/>
      <dgm:spPr/>
    </dgm:pt>
    <dgm:pt modelId="{574FC918-20C8-4792-981E-303806E7649B}" type="pres">
      <dgm:prSet presAssocID="{0E217C30-3511-4FD8-8CBB-DF7192C777C0}" presName="Name48" presStyleLbl="parChTrans1D2" presStyleIdx="8" presStyleCnt="10" custSzX="109414"/>
      <dgm:spPr/>
    </dgm:pt>
    <dgm:pt modelId="{BC2F07FD-7478-497B-8D91-9DD57F202F85}" type="pres">
      <dgm:prSet presAssocID="{D7337F06-E327-4150-8C37-7A66E0F4553B}" presName="hierRoot2" presStyleCnt="0">
        <dgm:presLayoutVars>
          <dgm:hierBranch val="init"/>
        </dgm:presLayoutVars>
      </dgm:prSet>
      <dgm:spPr/>
    </dgm:pt>
    <dgm:pt modelId="{75F04D65-4EA6-4218-898A-39FBF6779750}" type="pres">
      <dgm:prSet presAssocID="{D7337F06-E327-4150-8C37-7A66E0F4553B}" presName="rootComposite" presStyleCnt="0"/>
      <dgm:spPr/>
    </dgm:pt>
    <dgm:pt modelId="{AE0F7B8A-AD99-4A5A-A71F-540FCAE697A0}" type="pres">
      <dgm:prSet presAssocID="{D7337F06-E327-4150-8C37-7A66E0F4553B}" presName="rootText" presStyleLbl="node2" presStyleIdx="8" presStyleCnt="10" custScaleX="119658">
        <dgm:presLayoutVars>
          <dgm:chPref val="3"/>
        </dgm:presLayoutVars>
      </dgm:prSet>
      <dgm:spPr/>
    </dgm:pt>
    <dgm:pt modelId="{02081943-EF2A-4EAC-AB4B-ECE9B0CAE307}" type="pres">
      <dgm:prSet presAssocID="{D7337F06-E327-4150-8C37-7A66E0F4553B}" presName="rootConnector" presStyleLbl="node2" presStyleIdx="8" presStyleCnt="10"/>
      <dgm:spPr/>
    </dgm:pt>
    <dgm:pt modelId="{0C870FEE-8EDC-44EF-A857-6407F8C7DFA1}" type="pres">
      <dgm:prSet presAssocID="{D7337F06-E327-4150-8C37-7A66E0F4553B}" presName="hierChild4" presStyleCnt="0"/>
      <dgm:spPr/>
    </dgm:pt>
    <dgm:pt modelId="{89988C4E-53EE-4CAE-849D-53E014510F16}" type="pres">
      <dgm:prSet presAssocID="{D7337F06-E327-4150-8C37-7A66E0F4553B}" presName="hierChild5" presStyleCnt="0"/>
      <dgm:spPr/>
    </dgm:pt>
    <dgm:pt modelId="{97F71187-1776-4DD7-96C7-6875BEF6200D}" type="pres">
      <dgm:prSet presAssocID="{4652C4EB-9B6A-443D-B51B-5387E06294CF}" presName="Name48" presStyleLbl="parChTrans1D2" presStyleIdx="9" presStyleCnt="10" custSzX="109414"/>
      <dgm:spPr/>
    </dgm:pt>
    <dgm:pt modelId="{6B46C335-57D4-4866-A738-E88681A2DF5A}" type="pres">
      <dgm:prSet presAssocID="{90DFA848-A423-4AAA-B6D1-3262F7E7442E}" presName="hierRoot2" presStyleCnt="0">
        <dgm:presLayoutVars>
          <dgm:hierBranch val="hang"/>
        </dgm:presLayoutVars>
      </dgm:prSet>
      <dgm:spPr/>
    </dgm:pt>
    <dgm:pt modelId="{434B0485-2E78-4084-BC18-FC24F2FD2E5D}" type="pres">
      <dgm:prSet presAssocID="{90DFA848-A423-4AAA-B6D1-3262F7E7442E}" presName="rootComposite" presStyleCnt="0"/>
      <dgm:spPr/>
    </dgm:pt>
    <dgm:pt modelId="{F1ECDF4E-AAA3-481D-A766-D403275BF8BD}" type="pres">
      <dgm:prSet presAssocID="{90DFA848-A423-4AAA-B6D1-3262F7E7442E}" presName="rootText" presStyleLbl="node2" presStyleIdx="9" presStyleCnt="10" custScaleX="119658">
        <dgm:presLayoutVars>
          <dgm:chPref val="3"/>
        </dgm:presLayoutVars>
      </dgm:prSet>
      <dgm:spPr/>
    </dgm:pt>
    <dgm:pt modelId="{BF21EA8D-6101-44B4-AB13-64BDAD4CC8A6}" type="pres">
      <dgm:prSet presAssocID="{90DFA848-A423-4AAA-B6D1-3262F7E7442E}" presName="rootConnector" presStyleLbl="node2" presStyleIdx="9" presStyleCnt="10"/>
      <dgm:spPr/>
    </dgm:pt>
    <dgm:pt modelId="{965A5B1D-6E79-475F-B7E0-1CBE16D23706}" type="pres">
      <dgm:prSet presAssocID="{90DFA848-A423-4AAA-B6D1-3262F7E7442E}" presName="hierChild4" presStyleCnt="0"/>
      <dgm:spPr/>
    </dgm:pt>
    <dgm:pt modelId="{E4427F15-A869-42FB-A9B1-D398B668C4A1}" type="pres">
      <dgm:prSet presAssocID="{90DFA848-A423-4AAA-B6D1-3262F7E7442E}" presName="hierChild5" presStyleCnt="0"/>
      <dgm:spPr/>
    </dgm:pt>
    <dgm:pt modelId="{621EB941-7B38-4EE9-B095-56C8E76EBB27}" type="pres">
      <dgm:prSet presAssocID="{8222F588-76A2-4E97-BEE5-8BEE191F38AC}" presName="hierChild3" presStyleCnt="0"/>
      <dgm:spPr/>
    </dgm:pt>
  </dgm:ptLst>
  <dgm:cxnLst>
    <dgm:cxn modelId="{6AD10602-FF41-4752-9E8A-69C9D459D791}" srcId="{8222F588-76A2-4E97-BEE5-8BEE191F38AC}" destId="{B15EC4FC-E41A-48F0-B905-7D7660074516}" srcOrd="4" destOrd="0" parTransId="{7114F0F6-64C5-4BC6-83AE-DAE87B45A7A6}" sibTransId="{DA780268-8A42-4996-B610-D97663D52450}"/>
    <dgm:cxn modelId="{28B36E07-3559-40B3-8291-D2EC9B229B9E}" srcId="{8222F588-76A2-4E97-BEE5-8BEE191F38AC}" destId="{09F4CC76-2ACA-46A9-A4E6-C4512BADF6E8}" srcOrd="3" destOrd="0" parTransId="{BDF957A1-15AB-4AE8-930C-AD59376C370F}" sibTransId="{BE24AC96-AD1C-41FA-88FC-7147F2D8A851}"/>
    <dgm:cxn modelId="{831E8A0A-AA4E-4BDC-B5FE-AD6A7D6988ED}" type="presOf" srcId="{9BC0E4AF-D749-4B83-BDE8-74E5A1C55D2E}" destId="{203EDE00-8A77-4E49-A77F-E260E4434BD6}" srcOrd="0" destOrd="0" presId="urn:microsoft.com/office/officeart/2005/8/layout/orgChart1"/>
    <dgm:cxn modelId="{1989B00F-6FDA-4B98-BFF8-5D3926148B50}" type="presOf" srcId="{85428877-A5DA-4CB3-AB6B-2EA39F7CE786}" destId="{9320B5D2-9EE8-417A-8A8F-8C9192493CEE}" srcOrd="1" destOrd="0" presId="urn:microsoft.com/office/officeart/2005/8/layout/orgChart1"/>
    <dgm:cxn modelId="{61AA0211-247F-4752-A2A6-CA12E64D0B0E}" type="presOf" srcId="{90DFA848-A423-4AAA-B6D1-3262F7E7442E}" destId="{F1ECDF4E-AAA3-481D-A766-D403275BF8BD}" srcOrd="0" destOrd="0" presId="urn:microsoft.com/office/officeart/2005/8/layout/orgChart1"/>
    <dgm:cxn modelId="{3CB13C22-3E17-401F-BFEE-4E357BF0EB8A}" type="presOf" srcId="{8222F588-76A2-4E97-BEE5-8BEE191F38AC}" destId="{CEDC713C-72C0-4971-B9EC-C2A30F6D8C88}" srcOrd="0" destOrd="0" presId="urn:microsoft.com/office/officeart/2005/8/layout/orgChart1"/>
    <dgm:cxn modelId="{F930263B-68FC-47A2-9BD7-BF845A786FAE}" type="presOf" srcId="{4652C4EB-9B6A-443D-B51B-5387E06294CF}" destId="{97F71187-1776-4DD7-96C7-6875BEF6200D}" srcOrd="0" destOrd="0" presId="urn:microsoft.com/office/officeart/2005/8/layout/orgChart1"/>
    <dgm:cxn modelId="{5BDBAE3D-0F76-4AC8-95F2-A0673E7984AF}" type="presOf" srcId="{1EB5FB2F-72A6-4CC0-8A4E-1FFEFE433F8B}" destId="{10B01B8B-381B-4652-B5A9-43A632C9576D}" srcOrd="0" destOrd="0" presId="urn:microsoft.com/office/officeart/2005/8/layout/orgChart1"/>
    <dgm:cxn modelId="{8DFD1540-D992-4201-9C6F-23F9BFB5E903}" type="presOf" srcId="{F7AC7893-899E-4EDC-AF24-5E24BE1782FD}" destId="{83F17102-6198-4A8B-8EC9-59F438C62240}" srcOrd="0" destOrd="0" presId="urn:microsoft.com/office/officeart/2005/8/layout/orgChart1"/>
    <dgm:cxn modelId="{41116D41-FD7C-43BB-BA4C-F165D221AFCC}" srcId="{8222F588-76A2-4E97-BEE5-8BEE191F38AC}" destId="{90DFA848-A423-4AAA-B6D1-3262F7E7442E}" srcOrd="9" destOrd="0" parTransId="{4652C4EB-9B6A-443D-B51B-5387E06294CF}" sibTransId="{30A57001-8312-41F6-A90E-97CDA4C018E2}"/>
    <dgm:cxn modelId="{416FC842-746A-42B1-8EDB-68AC1F274913}" srcId="{8222F588-76A2-4E97-BEE5-8BEE191F38AC}" destId="{3A3C3310-2C72-4CE8-BC2F-EC5A7A803986}" srcOrd="7" destOrd="0" parTransId="{447F3198-9437-41D1-8EC7-53DD68692E4D}" sibTransId="{E23EEE7D-E45D-4DE6-88FB-1C74921C9A67}"/>
    <dgm:cxn modelId="{7DF4CD66-365E-4B50-944D-12DA6740C47A}" type="presOf" srcId="{BDF957A1-15AB-4AE8-930C-AD59376C370F}" destId="{00B566FA-BA9F-47DF-A5FD-81E12B30C95F}" srcOrd="0" destOrd="0" presId="urn:microsoft.com/office/officeart/2005/8/layout/orgChart1"/>
    <dgm:cxn modelId="{A12F4949-9F9F-4516-AB0C-89B67C8FB04C}" type="presOf" srcId="{90DFA848-A423-4AAA-B6D1-3262F7E7442E}" destId="{BF21EA8D-6101-44B4-AB13-64BDAD4CC8A6}" srcOrd="1" destOrd="0" presId="urn:microsoft.com/office/officeart/2005/8/layout/orgChart1"/>
    <dgm:cxn modelId="{AB0AB549-71F9-48F4-9CC2-4C23FCDA21CE}" type="presOf" srcId="{42913310-4FD7-4AEB-9177-2EF8124235D5}" destId="{5EE12697-99F3-422A-AA1E-C338C6E926FA}" srcOrd="1" destOrd="0" presId="urn:microsoft.com/office/officeart/2005/8/layout/orgChart1"/>
    <dgm:cxn modelId="{0D017F4A-AEB2-4206-8480-FDC8DB829032}" type="presOf" srcId="{447F3198-9437-41D1-8EC7-53DD68692E4D}" destId="{82448644-CF3D-4AAB-9A0F-7C99CC640A9E}" srcOrd="0" destOrd="0" presId="urn:microsoft.com/office/officeart/2005/8/layout/orgChart1"/>
    <dgm:cxn modelId="{3808DE4A-D296-4293-AF41-111A6579EA97}" type="presOf" srcId="{75B0E857-895E-4292-AF90-A9C7F1C1B61A}" destId="{D57E1CEE-71D5-4E30-A118-A61DC9B5ADE5}" srcOrd="0" destOrd="0" presId="urn:microsoft.com/office/officeart/2005/8/layout/orgChart1"/>
    <dgm:cxn modelId="{5DB1926B-CC3F-450F-95F2-6D4182D2036E}" type="presOf" srcId="{D7337F06-E327-4150-8C37-7A66E0F4553B}" destId="{02081943-EF2A-4EAC-AB4B-ECE9B0CAE307}" srcOrd="1" destOrd="0" presId="urn:microsoft.com/office/officeart/2005/8/layout/orgChart1"/>
    <dgm:cxn modelId="{A4E9FB4E-A5DD-48A4-81A4-7122696985CF}" type="presOf" srcId="{D855FF75-0387-4548-B1D9-BF3067BB4ACC}" destId="{9A514321-DE57-4CFD-A914-3924EE3AB0E0}" srcOrd="0" destOrd="0" presId="urn:microsoft.com/office/officeart/2005/8/layout/orgChart1"/>
    <dgm:cxn modelId="{28B20050-D587-479B-8651-9FEDA80C8121}" type="presOf" srcId="{3A3C3310-2C72-4CE8-BC2F-EC5A7A803986}" destId="{0673EBCF-C9E6-4985-A956-F976676C48E3}" srcOrd="1" destOrd="0" presId="urn:microsoft.com/office/officeart/2005/8/layout/orgChart1"/>
    <dgm:cxn modelId="{6EC44C70-E623-4168-A06D-657FF25FA22C}" srcId="{8222F588-76A2-4E97-BEE5-8BEE191F38AC}" destId="{D7337F06-E327-4150-8C37-7A66E0F4553B}" srcOrd="8" destOrd="0" parTransId="{0E217C30-3511-4FD8-8CBB-DF7192C777C0}" sibTransId="{3186B86A-13B0-46C0-AF91-241772C83ED1}"/>
    <dgm:cxn modelId="{8F43BD51-6978-47EE-9401-5F17FD8C2239}" type="presOf" srcId="{9867660C-E50D-4E42-ABAD-BDD9E1CF1B42}" destId="{84FC7B0E-9D69-4C09-91E9-79A55653F3DC}" srcOrd="0" destOrd="0" presId="urn:microsoft.com/office/officeart/2005/8/layout/orgChart1"/>
    <dgm:cxn modelId="{DEC78872-B8C7-4743-BEC4-C1F389F62C66}" type="presOf" srcId="{09F4CC76-2ACA-46A9-A4E6-C4512BADF6E8}" destId="{47ACCF4C-DAFC-46B9-AB41-C3C5B58AB1EC}" srcOrd="1" destOrd="0" presId="urn:microsoft.com/office/officeart/2005/8/layout/orgChart1"/>
    <dgm:cxn modelId="{C2DE5F76-8E1E-49B0-BABD-941F5884B965}" type="presOf" srcId="{B15EC4FC-E41A-48F0-B905-7D7660074516}" destId="{E8F08812-9F0D-452B-B6DE-4EA423109A1A}" srcOrd="0" destOrd="0" presId="urn:microsoft.com/office/officeart/2005/8/layout/orgChart1"/>
    <dgm:cxn modelId="{A2A2FB57-81A9-42F5-9708-FCF3193BC72E}" type="presOf" srcId="{42913310-4FD7-4AEB-9177-2EF8124235D5}" destId="{5160A037-E843-4ECD-8170-3BB5D48DDD82}" srcOrd="0" destOrd="0" presId="urn:microsoft.com/office/officeart/2005/8/layout/orgChart1"/>
    <dgm:cxn modelId="{7030D678-45DF-4116-9F39-591DD47294A6}" type="presOf" srcId="{94786945-85F7-4C29-89E3-4F269D476B2D}" destId="{8D5BD1FE-65D9-4980-8382-5EDE8BBBF791}" srcOrd="0" destOrd="0" presId="urn:microsoft.com/office/officeart/2005/8/layout/orgChart1"/>
    <dgm:cxn modelId="{3CC71093-E060-41FC-A1A1-CB9F5782C62F}" type="presOf" srcId="{85428877-A5DA-4CB3-AB6B-2EA39F7CE786}" destId="{C979F298-B716-40D5-ABC2-C84A98C01826}" srcOrd="0" destOrd="0" presId="urn:microsoft.com/office/officeart/2005/8/layout/orgChart1"/>
    <dgm:cxn modelId="{F88D1295-EB7D-4671-9541-00B2973F3D7D}" srcId="{8222F588-76A2-4E97-BEE5-8BEE191F38AC}" destId="{85428877-A5DA-4CB3-AB6B-2EA39F7CE786}" srcOrd="0" destOrd="0" parTransId="{1EB5FB2F-72A6-4CC0-8A4E-1FFEFE433F8B}" sibTransId="{0FD9C4F2-D1CC-40A7-AD71-8F8D3B3D4C2C}"/>
    <dgm:cxn modelId="{B69C6D9F-EEF7-4507-9A1E-C75AC96C477B}" type="presOf" srcId="{0E217C30-3511-4FD8-8CBB-DF7192C777C0}" destId="{574FC918-20C8-4792-981E-303806E7649B}" srcOrd="0" destOrd="0" presId="urn:microsoft.com/office/officeart/2005/8/layout/orgChart1"/>
    <dgm:cxn modelId="{C0CA07A0-6F01-431A-AB00-9A2655ACCC2C}" srcId="{F7AC7893-899E-4EDC-AF24-5E24BE1782FD}" destId="{8222F588-76A2-4E97-BEE5-8BEE191F38AC}" srcOrd="0" destOrd="0" parTransId="{7916DDB2-D33C-4F6E-AC92-455E6730D291}" sibTransId="{F181D0D7-40EE-4306-998E-CD1A24A4E0BC}"/>
    <dgm:cxn modelId="{591490A4-68C2-42EA-9A9E-E9DF5641E056}" type="presOf" srcId="{D2ECCA0B-45F0-4326-8D41-48FE9CF18773}" destId="{3AC0A979-844F-4F3F-A5C8-AFB0996562BC}" srcOrd="0" destOrd="0" presId="urn:microsoft.com/office/officeart/2005/8/layout/orgChart1"/>
    <dgm:cxn modelId="{841B29AB-BFDA-4512-B1F0-0C01B3586F9F}" type="presOf" srcId="{8222F588-76A2-4E97-BEE5-8BEE191F38AC}" destId="{6FBA930A-7277-4120-9F05-7413347F83AB}" srcOrd="1" destOrd="0" presId="urn:microsoft.com/office/officeart/2005/8/layout/orgChart1"/>
    <dgm:cxn modelId="{776AAEB1-A96A-43E6-948F-C2B6F145E905}" type="presOf" srcId="{FF9CC807-AD17-49FF-9F63-49BF9691B2AA}" destId="{187AD9C3-AEBB-41FE-BC0E-F58A0B3760AF}" srcOrd="1" destOrd="0" presId="urn:microsoft.com/office/officeart/2005/8/layout/orgChart1"/>
    <dgm:cxn modelId="{3367E1B1-5598-449C-9184-57A3ABE551FB}" type="presOf" srcId="{3A3C3310-2C72-4CE8-BC2F-EC5A7A803986}" destId="{25F640D0-789E-4A33-A4E7-62D850A175F0}" srcOrd="0" destOrd="0" presId="urn:microsoft.com/office/officeart/2005/8/layout/orgChart1"/>
    <dgm:cxn modelId="{37B5C7B2-E917-4471-B3CF-26285014CA72}" type="presOf" srcId="{B15EC4FC-E41A-48F0-B905-7D7660074516}" destId="{31D93C7A-E0C1-4B26-BC2B-4F8D5A16E0FA}" srcOrd="1" destOrd="0" presId="urn:microsoft.com/office/officeart/2005/8/layout/orgChart1"/>
    <dgm:cxn modelId="{81516EC2-CDB4-4686-90DF-950796DB05C6}" srcId="{8222F588-76A2-4E97-BEE5-8BEE191F38AC}" destId="{D855FF75-0387-4548-B1D9-BF3067BB4ACC}" srcOrd="5" destOrd="0" parTransId="{75B0E857-895E-4292-AF90-A9C7F1C1B61A}" sibTransId="{CE5C1015-D721-4C5C-9685-EC7953C13D66}"/>
    <dgm:cxn modelId="{8A42A0CC-9121-47E5-A37E-EB969F6D600E}" type="presOf" srcId="{7114F0F6-64C5-4BC6-83AE-DAE87B45A7A6}" destId="{7B2D9ABD-9E3A-4E27-AFAB-B1D0CDCDFE1F}" srcOrd="0" destOrd="0" presId="urn:microsoft.com/office/officeart/2005/8/layout/orgChart1"/>
    <dgm:cxn modelId="{5485B4CC-C5DF-4BAE-9684-560E551C21BE}" srcId="{8222F588-76A2-4E97-BEE5-8BEE191F38AC}" destId="{94786945-85F7-4C29-89E3-4F269D476B2D}" srcOrd="6" destOrd="0" parTransId="{9BC0E4AF-D749-4B83-BDE8-74E5A1C55D2E}" sibTransId="{3A5767A8-9A1E-4891-BBA8-171B92E38F11}"/>
    <dgm:cxn modelId="{F0C5C1D3-3E84-4FE7-9350-87C5EC586927}" srcId="{8222F588-76A2-4E97-BEE5-8BEE191F38AC}" destId="{42913310-4FD7-4AEB-9177-2EF8124235D5}" srcOrd="2" destOrd="0" parTransId="{9867660C-E50D-4E42-ABAD-BDD9E1CF1B42}" sibTransId="{EDD276D9-CBC7-4CF2-AAF0-BBE6D0B69956}"/>
    <dgm:cxn modelId="{860FACD8-6118-4305-BC4C-FE6D7E30F93B}" type="presOf" srcId="{94786945-85F7-4C29-89E3-4F269D476B2D}" destId="{EB4BED99-3EC9-4531-90D7-908A4FFD3025}" srcOrd="1" destOrd="0" presId="urn:microsoft.com/office/officeart/2005/8/layout/orgChart1"/>
    <dgm:cxn modelId="{75911AE6-AA2E-4734-A03B-80ABF85C4CC0}" type="presOf" srcId="{FF9CC807-AD17-49FF-9F63-49BF9691B2AA}" destId="{0F3C2162-17F3-4F2E-A6AC-330B404FF337}" srcOrd="0" destOrd="0" presId="urn:microsoft.com/office/officeart/2005/8/layout/orgChart1"/>
    <dgm:cxn modelId="{48E0D0EA-3C81-48E9-8E08-082CCCA8D58D}" type="presOf" srcId="{D855FF75-0387-4548-B1D9-BF3067BB4ACC}" destId="{994EA6B4-93A3-44A8-BE8A-CB91D191F7EF}" srcOrd="1" destOrd="0" presId="urn:microsoft.com/office/officeart/2005/8/layout/orgChart1"/>
    <dgm:cxn modelId="{6CE49CEF-ACE9-47F1-A229-0193ACC2912E}" srcId="{8222F588-76A2-4E97-BEE5-8BEE191F38AC}" destId="{FF9CC807-AD17-49FF-9F63-49BF9691B2AA}" srcOrd="1" destOrd="0" parTransId="{D2ECCA0B-45F0-4326-8D41-48FE9CF18773}" sibTransId="{0C4D6F5D-2C4E-4C50-9905-30A16391D130}"/>
    <dgm:cxn modelId="{8DA562F4-0C55-48F1-8C23-AEA0E1515BD7}" type="presOf" srcId="{D7337F06-E327-4150-8C37-7A66E0F4553B}" destId="{AE0F7B8A-AD99-4A5A-A71F-540FCAE697A0}" srcOrd="0" destOrd="0" presId="urn:microsoft.com/office/officeart/2005/8/layout/orgChart1"/>
    <dgm:cxn modelId="{83A664FB-D117-48D3-929A-A14ED68DA14F}" type="presOf" srcId="{09F4CC76-2ACA-46A9-A4E6-C4512BADF6E8}" destId="{FB831210-FB18-4DAC-A35E-9FD1BD620CB8}" srcOrd="0" destOrd="0" presId="urn:microsoft.com/office/officeart/2005/8/layout/orgChart1"/>
    <dgm:cxn modelId="{8ED78C2D-39EA-493A-AAB4-6946DB95BBBB}" type="presParOf" srcId="{83F17102-6198-4A8B-8EC9-59F438C62240}" destId="{D4845D2F-FB4E-4182-9718-DD47BA9B2574}" srcOrd="0" destOrd="0" presId="urn:microsoft.com/office/officeart/2005/8/layout/orgChart1"/>
    <dgm:cxn modelId="{E3D82432-B707-4114-9936-D0C271C95332}" type="presParOf" srcId="{D4845D2F-FB4E-4182-9718-DD47BA9B2574}" destId="{8E535347-203C-44A4-9042-8A7340E3E8B1}" srcOrd="0" destOrd="0" presId="urn:microsoft.com/office/officeart/2005/8/layout/orgChart1"/>
    <dgm:cxn modelId="{05600894-BFC9-4D1B-8E83-D195217A3813}" type="presParOf" srcId="{8E535347-203C-44A4-9042-8A7340E3E8B1}" destId="{CEDC713C-72C0-4971-B9EC-C2A30F6D8C88}" srcOrd="0" destOrd="0" presId="urn:microsoft.com/office/officeart/2005/8/layout/orgChart1"/>
    <dgm:cxn modelId="{028D4B35-08D9-453B-A50C-55B146122BA3}" type="presParOf" srcId="{8E535347-203C-44A4-9042-8A7340E3E8B1}" destId="{6FBA930A-7277-4120-9F05-7413347F83AB}" srcOrd="1" destOrd="0" presId="urn:microsoft.com/office/officeart/2005/8/layout/orgChart1"/>
    <dgm:cxn modelId="{02DD43A7-E553-48DB-B41B-353AB1D5590E}" type="presParOf" srcId="{D4845D2F-FB4E-4182-9718-DD47BA9B2574}" destId="{66C18507-D250-458D-8D88-A4CEFE0DAB1A}" srcOrd="1" destOrd="0" presId="urn:microsoft.com/office/officeart/2005/8/layout/orgChart1"/>
    <dgm:cxn modelId="{1DF63F11-1332-4750-9DD1-2E7BF77A0119}" type="presParOf" srcId="{66C18507-D250-458D-8D88-A4CEFE0DAB1A}" destId="{10B01B8B-381B-4652-B5A9-43A632C9576D}" srcOrd="0" destOrd="0" presId="urn:microsoft.com/office/officeart/2005/8/layout/orgChart1"/>
    <dgm:cxn modelId="{9010ED03-2EE8-41F7-AEC8-D8E21605BD0A}" type="presParOf" srcId="{66C18507-D250-458D-8D88-A4CEFE0DAB1A}" destId="{19FD0B04-B3C2-4DC3-9A46-513975CEE159}" srcOrd="1" destOrd="0" presId="urn:microsoft.com/office/officeart/2005/8/layout/orgChart1"/>
    <dgm:cxn modelId="{9B5C39FF-037B-4179-8375-D0635D85C55F}" type="presParOf" srcId="{19FD0B04-B3C2-4DC3-9A46-513975CEE159}" destId="{71FD1CE9-3E83-4D64-9B94-A4C3B5AC9249}" srcOrd="0" destOrd="0" presId="urn:microsoft.com/office/officeart/2005/8/layout/orgChart1"/>
    <dgm:cxn modelId="{95D9CD38-3342-4B6E-A2E3-16DF5315F58F}" type="presParOf" srcId="{71FD1CE9-3E83-4D64-9B94-A4C3B5AC9249}" destId="{C979F298-B716-40D5-ABC2-C84A98C01826}" srcOrd="0" destOrd="0" presId="urn:microsoft.com/office/officeart/2005/8/layout/orgChart1"/>
    <dgm:cxn modelId="{08509D5C-30EF-40D1-8602-F3B02C67E047}" type="presParOf" srcId="{71FD1CE9-3E83-4D64-9B94-A4C3B5AC9249}" destId="{9320B5D2-9EE8-417A-8A8F-8C9192493CEE}" srcOrd="1" destOrd="0" presId="urn:microsoft.com/office/officeart/2005/8/layout/orgChart1"/>
    <dgm:cxn modelId="{71584C74-EE10-4F8E-9D2B-347DDD2A545F}" type="presParOf" srcId="{19FD0B04-B3C2-4DC3-9A46-513975CEE159}" destId="{037C6DC2-1517-44C3-9E44-45972332C04B}" srcOrd="1" destOrd="0" presId="urn:microsoft.com/office/officeart/2005/8/layout/orgChart1"/>
    <dgm:cxn modelId="{9F5BC558-317A-4D00-823F-6E71900260E7}" type="presParOf" srcId="{19FD0B04-B3C2-4DC3-9A46-513975CEE159}" destId="{5DC7FF60-7E65-430F-9AD6-70B28FA58666}" srcOrd="2" destOrd="0" presId="urn:microsoft.com/office/officeart/2005/8/layout/orgChart1"/>
    <dgm:cxn modelId="{FA604EBA-E923-4779-A0FC-E7687CE05C34}" type="presParOf" srcId="{66C18507-D250-458D-8D88-A4CEFE0DAB1A}" destId="{3AC0A979-844F-4F3F-A5C8-AFB0996562BC}" srcOrd="2" destOrd="0" presId="urn:microsoft.com/office/officeart/2005/8/layout/orgChart1"/>
    <dgm:cxn modelId="{6B691032-E2A4-47D4-BA98-4FC6024243D2}" type="presParOf" srcId="{66C18507-D250-458D-8D88-A4CEFE0DAB1A}" destId="{5C3C5D1F-E9E7-4175-8005-927326EAC471}" srcOrd="3" destOrd="0" presId="urn:microsoft.com/office/officeart/2005/8/layout/orgChart1"/>
    <dgm:cxn modelId="{7A6EC41D-29EE-4E3B-A2C5-5636E2A40F85}" type="presParOf" srcId="{5C3C5D1F-E9E7-4175-8005-927326EAC471}" destId="{92A43FCE-4DC4-4AC4-AF47-51033A0702FC}" srcOrd="0" destOrd="0" presId="urn:microsoft.com/office/officeart/2005/8/layout/orgChart1"/>
    <dgm:cxn modelId="{2BFD1EC1-A551-4C7D-972B-9AEB114160E1}" type="presParOf" srcId="{92A43FCE-4DC4-4AC4-AF47-51033A0702FC}" destId="{0F3C2162-17F3-4F2E-A6AC-330B404FF337}" srcOrd="0" destOrd="0" presId="urn:microsoft.com/office/officeart/2005/8/layout/orgChart1"/>
    <dgm:cxn modelId="{F93AE434-58E3-4AAA-8D76-E2E8CFAD9C80}" type="presParOf" srcId="{92A43FCE-4DC4-4AC4-AF47-51033A0702FC}" destId="{187AD9C3-AEBB-41FE-BC0E-F58A0B3760AF}" srcOrd="1" destOrd="0" presId="urn:microsoft.com/office/officeart/2005/8/layout/orgChart1"/>
    <dgm:cxn modelId="{78610EDC-7FB9-4CF5-AFFD-316E773ADCA2}" type="presParOf" srcId="{5C3C5D1F-E9E7-4175-8005-927326EAC471}" destId="{4ACC4448-C602-40AD-AF8B-66912B9650D0}" srcOrd="1" destOrd="0" presId="urn:microsoft.com/office/officeart/2005/8/layout/orgChart1"/>
    <dgm:cxn modelId="{3E969A39-03E4-430B-ADD4-A519C7B5C7BF}" type="presParOf" srcId="{5C3C5D1F-E9E7-4175-8005-927326EAC471}" destId="{56D96C77-1B81-43B2-A9E8-7A3AEEC0D667}" srcOrd="2" destOrd="0" presId="urn:microsoft.com/office/officeart/2005/8/layout/orgChart1"/>
    <dgm:cxn modelId="{335C61E3-7222-4C51-A406-39C11A0A52E4}" type="presParOf" srcId="{66C18507-D250-458D-8D88-A4CEFE0DAB1A}" destId="{84FC7B0E-9D69-4C09-91E9-79A55653F3DC}" srcOrd="4" destOrd="0" presId="urn:microsoft.com/office/officeart/2005/8/layout/orgChart1"/>
    <dgm:cxn modelId="{96CA959E-E5D8-46B6-8FF5-AF5C20172921}" type="presParOf" srcId="{66C18507-D250-458D-8D88-A4CEFE0DAB1A}" destId="{6BE91060-2CF0-466B-8D61-E8ED56DE9BBE}" srcOrd="5" destOrd="0" presId="urn:microsoft.com/office/officeart/2005/8/layout/orgChart1"/>
    <dgm:cxn modelId="{D0ADDF74-F78B-4A19-A2A6-3E1B910D97AF}" type="presParOf" srcId="{6BE91060-2CF0-466B-8D61-E8ED56DE9BBE}" destId="{02359FD2-9711-4D7E-8BD7-C09F515D1206}" srcOrd="0" destOrd="0" presId="urn:microsoft.com/office/officeart/2005/8/layout/orgChart1"/>
    <dgm:cxn modelId="{55AC36D9-446E-4864-8941-08F1F0A0EFD5}" type="presParOf" srcId="{02359FD2-9711-4D7E-8BD7-C09F515D1206}" destId="{5160A037-E843-4ECD-8170-3BB5D48DDD82}" srcOrd="0" destOrd="0" presId="urn:microsoft.com/office/officeart/2005/8/layout/orgChart1"/>
    <dgm:cxn modelId="{DCF22FE1-83D4-4F1F-A306-E73CDCE021EF}" type="presParOf" srcId="{02359FD2-9711-4D7E-8BD7-C09F515D1206}" destId="{5EE12697-99F3-422A-AA1E-C338C6E926FA}" srcOrd="1" destOrd="0" presId="urn:microsoft.com/office/officeart/2005/8/layout/orgChart1"/>
    <dgm:cxn modelId="{7DA2AC1F-FB96-4FE4-92AA-B6CDD3E4BEE4}" type="presParOf" srcId="{6BE91060-2CF0-466B-8D61-E8ED56DE9BBE}" destId="{1D1D653D-48E2-4052-BE1D-DA19FE14300D}" srcOrd="1" destOrd="0" presId="urn:microsoft.com/office/officeart/2005/8/layout/orgChart1"/>
    <dgm:cxn modelId="{8AE4BD1F-9645-4B3B-8C69-2B08E22D1C5B}" type="presParOf" srcId="{6BE91060-2CF0-466B-8D61-E8ED56DE9BBE}" destId="{A6746F69-CCA8-4E46-ADBB-9EB1D86E4DE7}" srcOrd="2" destOrd="0" presId="urn:microsoft.com/office/officeart/2005/8/layout/orgChart1"/>
    <dgm:cxn modelId="{CE5033D2-12CA-43B1-950E-AC4CE218293A}" type="presParOf" srcId="{66C18507-D250-458D-8D88-A4CEFE0DAB1A}" destId="{00B566FA-BA9F-47DF-A5FD-81E12B30C95F}" srcOrd="6" destOrd="0" presId="urn:microsoft.com/office/officeart/2005/8/layout/orgChart1"/>
    <dgm:cxn modelId="{9FD0CFFF-0213-446A-BBE9-0211DC2A8D23}" type="presParOf" srcId="{66C18507-D250-458D-8D88-A4CEFE0DAB1A}" destId="{23EF8FB0-8EFB-4256-B439-7555746BD47F}" srcOrd="7" destOrd="0" presId="urn:microsoft.com/office/officeart/2005/8/layout/orgChart1"/>
    <dgm:cxn modelId="{86CD5460-03D0-4272-8489-4EEC35E95B4A}" type="presParOf" srcId="{23EF8FB0-8EFB-4256-B439-7555746BD47F}" destId="{05FE6FD2-5836-471B-A43A-B8DE6EEC9485}" srcOrd="0" destOrd="0" presId="urn:microsoft.com/office/officeart/2005/8/layout/orgChart1"/>
    <dgm:cxn modelId="{2628FBF3-293F-4F7D-B076-B16D243184D6}" type="presParOf" srcId="{05FE6FD2-5836-471B-A43A-B8DE6EEC9485}" destId="{FB831210-FB18-4DAC-A35E-9FD1BD620CB8}" srcOrd="0" destOrd="0" presId="urn:microsoft.com/office/officeart/2005/8/layout/orgChart1"/>
    <dgm:cxn modelId="{94E740B6-A271-4800-AC3A-11E9452A62DD}" type="presParOf" srcId="{05FE6FD2-5836-471B-A43A-B8DE6EEC9485}" destId="{47ACCF4C-DAFC-46B9-AB41-C3C5B58AB1EC}" srcOrd="1" destOrd="0" presId="urn:microsoft.com/office/officeart/2005/8/layout/orgChart1"/>
    <dgm:cxn modelId="{8DD3DB37-26E5-4864-BF1D-E56BD496FEC5}" type="presParOf" srcId="{23EF8FB0-8EFB-4256-B439-7555746BD47F}" destId="{ED8244BB-1896-4BA0-8FE7-4AE62C454D70}" srcOrd="1" destOrd="0" presId="urn:microsoft.com/office/officeart/2005/8/layout/orgChart1"/>
    <dgm:cxn modelId="{5EAD9E34-03A6-47B6-94FC-FE40D4E49212}" type="presParOf" srcId="{23EF8FB0-8EFB-4256-B439-7555746BD47F}" destId="{3F4626D2-1552-4E82-8980-5A3EBEE67F9F}" srcOrd="2" destOrd="0" presId="urn:microsoft.com/office/officeart/2005/8/layout/orgChart1"/>
    <dgm:cxn modelId="{69C94069-F9E4-4E5A-BB67-E838E3986CF2}" type="presParOf" srcId="{66C18507-D250-458D-8D88-A4CEFE0DAB1A}" destId="{7B2D9ABD-9E3A-4E27-AFAB-B1D0CDCDFE1F}" srcOrd="8" destOrd="0" presId="urn:microsoft.com/office/officeart/2005/8/layout/orgChart1"/>
    <dgm:cxn modelId="{465BBBF5-0A7D-4C81-8A61-9B0C27DADD91}" type="presParOf" srcId="{66C18507-D250-458D-8D88-A4CEFE0DAB1A}" destId="{81E975A0-4C92-4FDF-AD5A-4978739D332C}" srcOrd="9" destOrd="0" presId="urn:microsoft.com/office/officeart/2005/8/layout/orgChart1"/>
    <dgm:cxn modelId="{C233FBAD-BFD7-4443-B865-FD1728AE0327}" type="presParOf" srcId="{81E975A0-4C92-4FDF-AD5A-4978739D332C}" destId="{6878C4AE-7AE0-4D09-9173-D265C66CC840}" srcOrd="0" destOrd="0" presId="urn:microsoft.com/office/officeart/2005/8/layout/orgChart1"/>
    <dgm:cxn modelId="{A0010ACD-D966-47AE-B37D-058C16557913}" type="presParOf" srcId="{6878C4AE-7AE0-4D09-9173-D265C66CC840}" destId="{E8F08812-9F0D-452B-B6DE-4EA423109A1A}" srcOrd="0" destOrd="0" presId="urn:microsoft.com/office/officeart/2005/8/layout/orgChart1"/>
    <dgm:cxn modelId="{52B4E54D-53E5-4595-9BA5-C50AA0F44007}" type="presParOf" srcId="{6878C4AE-7AE0-4D09-9173-D265C66CC840}" destId="{31D93C7A-E0C1-4B26-BC2B-4F8D5A16E0FA}" srcOrd="1" destOrd="0" presId="urn:microsoft.com/office/officeart/2005/8/layout/orgChart1"/>
    <dgm:cxn modelId="{7ED6A18D-9B59-4ED1-B58B-4918945588C4}" type="presParOf" srcId="{81E975A0-4C92-4FDF-AD5A-4978739D332C}" destId="{6E199C38-FC0C-4EB6-B977-567F653DCD42}" srcOrd="1" destOrd="0" presId="urn:microsoft.com/office/officeart/2005/8/layout/orgChart1"/>
    <dgm:cxn modelId="{B24F7A4E-31AA-4248-B786-6031517CC594}" type="presParOf" srcId="{81E975A0-4C92-4FDF-AD5A-4978739D332C}" destId="{F0399A0E-C600-4FD7-813F-545A22D094B3}" srcOrd="2" destOrd="0" presId="urn:microsoft.com/office/officeart/2005/8/layout/orgChart1"/>
    <dgm:cxn modelId="{C875DDDA-3ADF-45ED-8410-99F4C5DF6105}" type="presParOf" srcId="{66C18507-D250-458D-8D88-A4CEFE0DAB1A}" destId="{D57E1CEE-71D5-4E30-A118-A61DC9B5ADE5}" srcOrd="10" destOrd="0" presId="urn:microsoft.com/office/officeart/2005/8/layout/orgChart1"/>
    <dgm:cxn modelId="{4C55CF12-54F2-4284-8592-E704CB412C0F}" type="presParOf" srcId="{66C18507-D250-458D-8D88-A4CEFE0DAB1A}" destId="{E2DA7CC5-90EB-4D7A-98C5-755EA199AEBC}" srcOrd="11" destOrd="0" presId="urn:microsoft.com/office/officeart/2005/8/layout/orgChart1"/>
    <dgm:cxn modelId="{2D22EE87-9929-41ED-90E7-B29537341A68}" type="presParOf" srcId="{E2DA7CC5-90EB-4D7A-98C5-755EA199AEBC}" destId="{B15CE3AA-703E-4942-81C5-BF09844A6AFD}" srcOrd="0" destOrd="0" presId="urn:microsoft.com/office/officeart/2005/8/layout/orgChart1"/>
    <dgm:cxn modelId="{94C4B227-586B-4A15-A3C9-78C15B460FBE}" type="presParOf" srcId="{B15CE3AA-703E-4942-81C5-BF09844A6AFD}" destId="{9A514321-DE57-4CFD-A914-3924EE3AB0E0}" srcOrd="0" destOrd="0" presId="urn:microsoft.com/office/officeart/2005/8/layout/orgChart1"/>
    <dgm:cxn modelId="{B994D08F-4E8E-43DB-8D92-0D174F9C76CE}" type="presParOf" srcId="{B15CE3AA-703E-4942-81C5-BF09844A6AFD}" destId="{994EA6B4-93A3-44A8-BE8A-CB91D191F7EF}" srcOrd="1" destOrd="0" presId="urn:microsoft.com/office/officeart/2005/8/layout/orgChart1"/>
    <dgm:cxn modelId="{0CBC8552-3EA2-4B59-B1AC-EFDC0C55AFBE}" type="presParOf" srcId="{E2DA7CC5-90EB-4D7A-98C5-755EA199AEBC}" destId="{5CC9A066-765D-4718-8DE6-4252A8491D3B}" srcOrd="1" destOrd="0" presId="urn:microsoft.com/office/officeart/2005/8/layout/orgChart1"/>
    <dgm:cxn modelId="{65840E93-882F-4020-B286-5D145EA7691B}" type="presParOf" srcId="{E2DA7CC5-90EB-4D7A-98C5-755EA199AEBC}" destId="{FCA9A941-2B0F-4395-AAE8-44BAFE3B7EEA}" srcOrd="2" destOrd="0" presId="urn:microsoft.com/office/officeart/2005/8/layout/orgChart1"/>
    <dgm:cxn modelId="{7BB2CFD9-8438-4412-ACA7-11E99F97F8D8}" type="presParOf" srcId="{66C18507-D250-458D-8D88-A4CEFE0DAB1A}" destId="{203EDE00-8A77-4E49-A77F-E260E4434BD6}" srcOrd="12" destOrd="0" presId="urn:microsoft.com/office/officeart/2005/8/layout/orgChart1"/>
    <dgm:cxn modelId="{2D909AEA-88E7-4F84-AF05-3775E2205AF7}" type="presParOf" srcId="{66C18507-D250-458D-8D88-A4CEFE0DAB1A}" destId="{B433F47D-C10F-4BC6-AD73-BED23137BC71}" srcOrd="13" destOrd="0" presId="urn:microsoft.com/office/officeart/2005/8/layout/orgChart1"/>
    <dgm:cxn modelId="{9F378BD8-CD6A-4561-86DC-104B92C940D1}" type="presParOf" srcId="{B433F47D-C10F-4BC6-AD73-BED23137BC71}" destId="{881D27A8-CE17-46F8-8D9B-C4CD07E98289}" srcOrd="0" destOrd="0" presId="urn:microsoft.com/office/officeart/2005/8/layout/orgChart1"/>
    <dgm:cxn modelId="{FF34F01E-064B-4E03-90FD-2168487D76A6}" type="presParOf" srcId="{881D27A8-CE17-46F8-8D9B-C4CD07E98289}" destId="{8D5BD1FE-65D9-4980-8382-5EDE8BBBF791}" srcOrd="0" destOrd="0" presId="urn:microsoft.com/office/officeart/2005/8/layout/orgChart1"/>
    <dgm:cxn modelId="{0BE118FC-2451-4275-A717-74D14277B409}" type="presParOf" srcId="{881D27A8-CE17-46F8-8D9B-C4CD07E98289}" destId="{EB4BED99-3EC9-4531-90D7-908A4FFD3025}" srcOrd="1" destOrd="0" presId="urn:microsoft.com/office/officeart/2005/8/layout/orgChart1"/>
    <dgm:cxn modelId="{EE4C9A83-C662-4544-9D91-2EE6EFD8D3ED}" type="presParOf" srcId="{B433F47D-C10F-4BC6-AD73-BED23137BC71}" destId="{23C9984E-42D1-432E-8A71-882E6DECEEE9}" srcOrd="1" destOrd="0" presId="urn:microsoft.com/office/officeart/2005/8/layout/orgChart1"/>
    <dgm:cxn modelId="{F39D5B0E-C12B-412F-8084-AE84D3AAE42B}" type="presParOf" srcId="{B433F47D-C10F-4BC6-AD73-BED23137BC71}" destId="{39D7C351-8313-4D91-B721-FCA5F5949809}" srcOrd="2" destOrd="0" presId="urn:microsoft.com/office/officeart/2005/8/layout/orgChart1"/>
    <dgm:cxn modelId="{669AD847-3209-4317-9D81-69ECD8D18910}" type="presParOf" srcId="{66C18507-D250-458D-8D88-A4CEFE0DAB1A}" destId="{82448644-CF3D-4AAB-9A0F-7C99CC640A9E}" srcOrd="14" destOrd="0" presId="urn:microsoft.com/office/officeart/2005/8/layout/orgChart1"/>
    <dgm:cxn modelId="{7557DB83-0F7E-44E7-93DD-E05CA7517411}" type="presParOf" srcId="{66C18507-D250-458D-8D88-A4CEFE0DAB1A}" destId="{1FEC5903-3FD1-4105-8DE8-2426197C9A0B}" srcOrd="15" destOrd="0" presId="urn:microsoft.com/office/officeart/2005/8/layout/orgChart1"/>
    <dgm:cxn modelId="{F56DBB71-7A6F-4C3B-80B3-E5317FC9CD64}" type="presParOf" srcId="{1FEC5903-3FD1-4105-8DE8-2426197C9A0B}" destId="{698174EA-7A67-4E01-90D3-57B15D37C8EB}" srcOrd="0" destOrd="0" presId="urn:microsoft.com/office/officeart/2005/8/layout/orgChart1"/>
    <dgm:cxn modelId="{8E373572-52AC-43AC-B31C-57E4D7734CDA}" type="presParOf" srcId="{698174EA-7A67-4E01-90D3-57B15D37C8EB}" destId="{25F640D0-789E-4A33-A4E7-62D850A175F0}" srcOrd="0" destOrd="0" presId="urn:microsoft.com/office/officeart/2005/8/layout/orgChart1"/>
    <dgm:cxn modelId="{CD145C8A-CFA9-441B-94B6-5EC6AF377D2F}" type="presParOf" srcId="{698174EA-7A67-4E01-90D3-57B15D37C8EB}" destId="{0673EBCF-C9E6-4985-A956-F976676C48E3}" srcOrd="1" destOrd="0" presId="urn:microsoft.com/office/officeart/2005/8/layout/orgChart1"/>
    <dgm:cxn modelId="{DEE77511-40DA-4EC2-BBD8-913AE5F11F59}" type="presParOf" srcId="{1FEC5903-3FD1-4105-8DE8-2426197C9A0B}" destId="{E162696A-0B5D-4304-BE8C-73DC9407C83D}" srcOrd="1" destOrd="0" presId="urn:microsoft.com/office/officeart/2005/8/layout/orgChart1"/>
    <dgm:cxn modelId="{3CAE8112-5C2C-41C3-A83E-D2C5CA7CEEE1}" type="presParOf" srcId="{1FEC5903-3FD1-4105-8DE8-2426197C9A0B}" destId="{6604FC51-7DAC-48DB-8C1E-A14A6CB11851}" srcOrd="2" destOrd="0" presId="urn:microsoft.com/office/officeart/2005/8/layout/orgChart1"/>
    <dgm:cxn modelId="{A0FF246A-B3C4-41EA-9F93-ACE322099A83}" type="presParOf" srcId="{66C18507-D250-458D-8D88-A4CEFE0DAB1A}" destId="{574FC918-20C8-4792-981E-303806E7649B}" srcOrd="16" destOrd="0" presId="urn:microsoft.com/office/officeart/2005/8/layout/orgChart1"/>
    <dgm:cxn modelId="{563CE095-1E1F-41DC-AB62-94FB99C09317}" type="presParOf" srcId="{66C18507-D250-458D-8D88-A4CEFE0DAB1A}" destId="{BC2F07FD-7478-497B-8D91-9DD57F202F85}" srcOrd="17" destOrd="0" presId="urn:microsoft.com/office/officeart/2005/8/layout/orgChart1"/>
    <dgm:cxn modelId="{464B9AA5-DCF4-4CB6-8E6A-7288495E6799}" type="presParOf" srcId="{BC2F07FD-7478-497B-8D91-9DD57F202F85}" destId="{75F04D65-4EA6-4218-898A-39FBF6779750}" srcOrd="0" destOrd="0" presId="urn:microsoft.com/office/officeart/2005/8/layout/orgChart1"/>
    <dgm:cxn modelId="{68BB53B1-F48D-4F40-9819-A3A750D5BD23}" type="presParOf" srcId="{75F04D65-4EA6-4218-898A-39FBF6779750}" destId="{AE0F7B8A-AD99-4A5A-A71F-540FCAE697A0}" srcOrd="0" destOrd="0" presId="urn:microsoft.com/office/officeart/2005/8/layout/orgChart1"/>
    <dgm:cxn modelId="{99A686F2-3364-4E69-BF87-2A667C5A37B9}" type="presParOf" srcId="{75F04D65-4EA6-4218-898A-39FBF6779750}" destId="{02081943-EF2A-4EAC-AB4B-ECE9B0CAE307}" srcOrd="1" destOrd="0" presId="urn:microsoft.com/office/officeart/2005/8/layout/orgChart1"/>
    <dgm:cxn modelId="{E393367F-5F5C-43EA-B217-829CDB0AB6FD}" type="presParOf" srcId="{BC2F07FD-7478-497B-8D91-9DD57F202F85}" destId="{0C870FEE-8EDC-44EF-A857-6407F8C7DFA1}" srcOrd="1" destOrd="0" presId="urn:microsoft.com/office/officeart/2005/8/layout/orgChart1"/>
    <dgm:cxn modelId="{24278666-FEFD-4447-B787-9925E80FD4D1}" type="presParOf" srcId="{BC2F07FD-7478-497B-8D91-9DD57F202F85}" destId="{89988C4E-53EE-4CAE-849D-53E014510F16}" srcOrd="2" destOrd="0" presId="urn:microsoft.com/office/officeart/2005/8/layout/orgChart1"/>
    <dgm:cxn modelId="{0F41CA5A-0C8B-4B78-88DD-D3D51C62F9B6}" type="presParOf" srcId="{66C18507-D250-458D-8D88-A4CEFE0DAB1A}" destId="{97F71187-1776-4DD7-96C7-6875BEF6200D}" srcOrd="18" destOrd="0" presId="urn:microsoft.com/office/officeart/2005/8/layout/orgChart1"/>
    <dgm:cxn modelId="{C726508A-A4AC-480A-8241-5FB0E893CA7F}" type="presParOf" srcId="{66C18507-D250-458D-8D88-A4CEFE0DAB1A}" destId="{6B46C335-57D4-4866-A738-E88681A2DF5A}" srcOrd="19" destOrd="0" presId="urn:microsoft.com/office/officeart/2005/8/layout/orgChart1"/>
    <dgm:cxn modelId="{EE455FA5-C88B-4F72-9AB4-EC30D0E42AAB}" type="presParOf" srcId="{6B46C335-57D4-4866-A738-E88681A2DF5A}" destId="{434B0485-2E78-4084-BC18-FC24F2FD2E5D}" srcOrd="0" destOrd="0" presId="urn:microsoft.com/office/officeart/2005/8/layout/orgChart1"/>
    <dgm:cxn modelId="{130EB23B-9829-4113-971B-2AE8C50C2FA2}" type="presParOf" srcId="{434B0485-2E78-4084-BC18-FC24F2FD2E5D}" destId="{F1ECDF4E-AAA3-481D-A766-D403275BF8BD}" srcOrd="0" destOrd="0" presId="urn:microsoft.com/office/officeart/2005/8/layout/orgChart1"/>
    <dgm:cxn modelId="{3F5CE5DF-A942-4833-A651-41D07D12A62D}" type="presParOf" srcId="{434B0485-2E78-4084-BC18-FC24F2FD2E5D}" destId="{BF21EA8D-6101-44B4-AB13-64BDAD4CC8A6}" srcOrd="1" destOrd="0" presId="urn:microsoft.com/office/officeart/2005/8/layout/orgChart1"/>
    <dgm:cxn modelId="{ADA84813-6F5F-4AE5-87D2-5CCE6152E81E}" type="presParOf" srcId="{6B46C335-57D4-4866-A738-E88681A2DF5A}" destId="{965A5B1D-6E79-475F-B7E0-1CBE16D23706}" srcOrd="1" destOrd="0" presId="urn:microsoft.com/office/officeart/2005/8/layout/orgChart1"/>
    <dgm:cxn modelId="{E0556C87-DC71-4474-BE3C-D550B65729E4}" type="presParOf" srcId="{6B46C335-57D4-4866-A738-E88681A2DF5A}" destId="{E4427F15-A869-42FB-A9B1-D398B668C4A1}" srcOrd="2" destOrd="0" presId="urn:microsoft.com/office/officeart/2005/8/layout/orgChart1"/>
    <dgm:cxn modelId="{AFDE076E-7D90-4219-9003-50EAD4F529FE}" type="presParOf" srcId="{D4845D2F-FB4E-4182-9718-DD47BA9B2574}" destId="{621EB941-7B38-4EE9-B095-56C8E76EBB2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24CA4-80EB-4C5B-B45D-BB71FBD6B670}">
      <dsp:nvSpPr>
        <dsp:cNvPr id="0" name=""/>
        <dsp:cNvSpPr/>
      </dsp:nvSpPr>
      <dsp:spPr>
        <a:xfrm>
          <a:off x="231457" y="424274"/>
          <a:ext cx="126969" cy="1591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351"/>
              </a:lnTo>
              <a:lnTo>
                <a:pt x="126969" y="1591351"/>
              </a:lnTo>
            </a:path>
          </a:pathLst>
        </a:custGeom>
        <a:noFill/>
        <a:ln w="1270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F83F9327-9AC6-4909-9F03-61705A401A3B}">
      <dsp:nvSpPr>
        <dsp:cNvPr id="0" name=""/>
        <dsp:cNvSpPr/>
      </dsp:nvSpPr>
      <dsp:spPr>
        <a:xfrm>
          <a:off x="231457" y="424274"/>
          <a:ext cx="126969" cy="990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0362"/>
              </a:lnTo>
              <a:lnTo>
                <a:pt x="126969" y="990362"/>
              </a:lnTo>
            </a:path>
          </a:pathLst>
        </a:custGeom>
        <a:noFill/>
        <a:ln w="1270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415F64F7-66CB-4A22-86B5-31B9722131E6}">
      <dsp:nvSpPr>
        <dsp:cNvPr id="0" name=""/>
        <dsp:cNvSpPr/>
      </dsp:nvSpPr>
      <dsp:spPr>
        <a:xfrm>
          <a:off x="231457" y="424274"/>
          <a:ext cx="126969" cy="3893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373"/>
              </a:lnTo>
              <a:lnTo>
                <a:pt x="126969" y="389373"/>
              </a:lnTo>
            </a:path>
          </a:pathLst>
        </a:custGeom>
        <a:noFill/>
        <a:ln w="1270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D3F458F0-97E5-4B05-A301-2E5C7CF8882D}">
      <dsp:nvSpPr>
        <dsp:cNvPr id="0" name=""/>
        <dsp:cNvSpPr/>
      </dsp:nvSpPr>
      <dsp:spPr>
        <a:xfrm>
          <a:off x="146811" y="1042"/>
          <a:ext cx="846463" cy="423231"/>
        </a:xfrm>
        <a:prstGeom prst="rect">
          <a:avLst/>
        </a:prstGeom>
        <a:solidFill>
          <a:schemeClr val="bg1">
            <a:lumMod val="9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Technical Support Lead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0" kern="1200" dirty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Christo Spyridis</a:t>
          </a:r>
        </a:p>
      </dsp:txBody>
      <dsp:txXfrm>
        <a:off x="146811" y="1042"/>
        <a:ext cx="846463" cy="423231"/>
      </dsp:txXfrm>
    </dsp:sp>
    <dsp:sp modelId="{942771BB-BC3E-43C8-8E19-9080F29910AB}">
      <dsp:nvSpPr>
        <dsp:cNvPr id="0" name=""/>
        <dsp:cNvSpPr/>
      </dsp:nvSpPr>
      <dsp:spPr>
        <a:xfrm>
          <a:off x="358427" y="602031"/>
          <a:ext cx="846463" cy="423231"/>
        </a:xfrm>
        <a:prstGeom prst="rect">
          <a:avLst/>
        </a:prstGeom>
        <a:solidFill>
          <a:srgbClr val="D4ECB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ysClr val="windowText" lastClr="000000"/>
              </a:solidFill>
            </a:rPr>
            <a:t>Technician</a:t>
          </a:r>
        </a:p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ysClr val="windowText" lastClr="000000"/>
              </a:solidFill>
            </a:rPr>
            <a:t>TBC onshore</a:t>
          </a:r>
        </a:p>
      </dsp:txBody>
      <dsp:txXfrm>
        <a:off x="358427" y="602031"/>
        <a:ext cx="846463" cy="423231"/>
      </dsp:txXfrm>
    </dsp:sp>
    <dsp:sp modelId="{BC32C6AF-6901-4FD7-8F83-5A10AEB9EFAD}">
      <dsp:nvSpPr>
        <dsp:cNvPr id="0" name=""/>
        <dsp:cNvSpPr/>
      </dsp:nvSpPr>
      <dsp:spPr>
        <a:xfrm>
          <a:off x="358427" y="1203020"/>
          <a:ext cx="846463" cy="423231"/>
        </a:xfrm>
        <a:prstGeom prst="rect">
          <a:avLst/>
        </a:prstGeom>
        <a:solidFill>
          <a:schemeClr val="bg1">
            <a:lumMod val="9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ysClr val="windowText" lastClr="000000"/>
              </a:solidFill>
            </a:rPr>
            <a:t>Operations &amp; Maintenance Training</a:t>
          </a:r>
        </a:p>
      </dsp:txBody>
      <dsp:txXfrm>
        <a:off x="358427" y="1203020"/>
        <a:ext cx="846463" cy="423231"/>
      </dsp:txXfrm>
    </dsp:sp>
    <dsp:sp modelId="{B66A4B0A-2375-44CA-B929-D1131BC3B279}">
      <dsp:nvSpPr>
        <dsp:cNvPr id="0" name=""/>
        <dsp:cNvSpPr/>
      </dsp:nvSpPr>
      <dsp:spPr>
        <a:xfrm>
          <a:off x="358427" y="1804009"/>
          <a:ext cx="846463" cy="423231"/>
        </a:xfrm>
        <a:prstGeom prst="rect">
          <a:avLst/>
        </a:prstGeom>
        <a:solidFill>
          <a:schemeClr val="bg1">
            <a:lumMod val="9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>
              <a:solidFill>
                <a:sysClr val="windowText" lastClr="000000"/>
              </a:solidFill>
            </a:rPr>
            <a:t>Warranty / Maintenance</a:t>
          </a:r>
        </a:p>
      </dsp:txBody>
      <dsp:txXfrm>
        <a:off x="358427" y="1804009"/>
        <a:ext cx="846463" cy="4232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71187-1776-4DD7-96C7-6875BEF6200D}">
      <dsp:nvSpPr>
        <dsp:cNvPr id="0" name=""/>
        <dsp:cNvSpPr/>
      </dsp:nvSpPr>
      <dsp:spPr>
        <a:xfrm>
          <a:off x="1251970" y="397817"/>
          <a:ext cx="91440" cy="19472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47248"/>
              </a:lnTo>
              <a:lnTo>
                <a:pt x="107677" y="1947248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4FC918-20C8-4792-981E-303806E7649B}">
      <dsp:nvSpPr>
        <dsp:cNvPr id="0" name=""/>
        <dsp:cNvSpPr/>
      </dsp:nvSpPr>
      <dsp:spPr>
        <a:xfrm>
          <a:off x="1190012" y="397817"/>
          <a:ext cx="91440" cy="1947248"/>
        </a:xfrm>
        <a:custGeom>
          <a:avLst/>
          <a:gdLst/>
          <a:ahLst/>
          <a:cxnLst/>
          <a:rect l="0" t="0" r="0" b="0"/>
          <a:pathLst>
            <a:path>
              <a:moveTo>
                <a:pt x="107677" y="0"/>
              </a:moveTo>
              <a:lnTo>
                <a:pt x="107677" y="1947248"/>
              </a:lnTo>
              <a:lnTo>
                <a:pt x="45720" y="1947248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448644-CF3D-4AAB-9A0F-7C99CC640A9E}">
      <dsp:nvSpPr>
        <dsp:cNvPr id="0" name=""/>
        <dsp:cNvSpPr/>
      </dsp:nvSpPr>
      <dsp:spPr>
        <a:xfrm>
          <a:off x="1251970" y="397817"/>
          <a:ext cx="91440" cy="15282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28295"/>
              </a:lnTo>
              <a:lnTo>
                <a:pt x="107677" y="1528295"/>
              </a:lnTo>
            </a:path>
          </a:pathLst>
        </a:custGeom>
        <a:noFill/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EDE00-8A77-4E49-A77F-E260E4434BD6}">
      <dsp:nvSpPr>
        <dsp:cNvPr id="0" name=""/>
        <dsp:cNvSpPr/>
      </dsp:nvSpPr>
      <dsp:spPr>
        <a:xfrm>
          <a:off x="1190012" y="397817"/>
          <a:ext cx="91440" cy="1528295"/>
        </a:xfrm>
        <a:custGeom>
          <a:avLst/>
          <a:gdLst/>
          <a:ahLst/>
          <a:cxnLst/>
          <a:rect l="0" t="0" r="0" b="0"/>
          <a:pathLst>
            <a:path>
              <a:moveTo>
                <a:pt x="107677" y="0"/>
              </a:moveTo>
              <a:lnTo>
                <a:pt x="107677" y="1528295"/>
              </a:lnTo>
              <a:lnTo>
                <a:pt x="45720" y="1528295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E1CEE-71D5-4E30-A118-A61DC9B5ADE5}">
      <dsp:nvSpPr>
        <dsp:cNvPr id="0" name=""/>
        <dsp:cNvSpPr/>
      </dsp:nvSpPr>
      <dsp:spPr>
        <a:xfrm>
          <a:off x="1251970" y="397817"/>
          <a:ext cx="91440" cy="11093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09341"/>
              </a:lnTo>
              <a:lnTo>
                <a:pt x="107677" y="1109341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D9ABD-9E3A-4E27-AFAB-B1D0CDCDFE1F}">
      <dsp:nvSpPr>
        <dsp:cNvPr id="0" name=""/>
        <dsp:cNvSpPr/>
      </dsp:nvSpPr>
      <dsp:spPr>
        <a:xfrm>
          <a:off x="1190012" y="397817"/>
          <a:ext cx="91440" cy="1109341"/>
        </a:xfrm>
        <a:custGeom>
          <a:avLst/>
          <a:gdLst/>
          <a:ahLst/>
          <a:cxnLst/>
          <a:rect l="0" t="0" r="0" b="0"/>
          <a:pathLst>
            <a:path>
              <a:moveTo>
                <a:pt x="107677" y="0"/>
              </a:moveTo>
              <a:lnTo>
                <a:pt x="107677" y="1109341"/>
              </a:lnTo>
              <a:lnTo>
                <a:pt x="45720" y="1109341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B566FA-BA9F-47DF-A5FD-81E12B30C95F}">
      <dsp:nvSpPr>
        <dsp:cNvPr id="0" name=""/>
        <dsp:cNvSpPr/>
      </dsp:nvSpPr>
      <dsp:spPr>
        <a:xfrm>
          <a:off x="1251970" y="397817"/>
          <a:ext cx="91440" cy="69038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0388"/>
              </a:lnTo>
              <a:lnTo>
                <a:pt x="107677" y="690388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FC7B0E-9D69-4C09-91E9-79A55653F3DC}">
      <dsp:nvSpPr>
        <dsp:cNvPr id="0" name=""/>
        <dsp:cNvSpPr/>
      </dsp:nvSpPr>
      <dsp:spPr>
        <a:xfrm>
          <a:off x="1190012" y="397817"/>
          <a:ext cx="91440" cy="690388"/>
        </a:xfrm>
        <a:custGeom>
          <a:avLst/>
          <a:gdLst/>
          <a:ahLst/>
          <a:cxnLst/>
          <a:rect l="0" t="0" r="0" b="0"/>
          <a:pathLst>
            <a:path>
              <a:moveTo>
                <a:pt x="107677" y="0"/>
              </a:moveTo>
              <a:lnTo>
                <a:pt x="107677" y="690388"/>
              </a:lnTo>
              <a:lnTo>
                <a:pt x="45720" y="690388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C0A979-844F-4F3F-A5C8-AFB0996562BC}">
      <dsp:nvSpPr>
        <dsp:cNvPr id="0" name=""/>
        <dsp:cNvSpPr/>
      </dsp:nvSpPr>
      <dsp:spPr>
        <a:xfrm>
          <a:off x="1251970" y="397817"/>
          <a:ext cx="91440" cy="2714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434"/>
              </a:lnTo>
              <a:lnTo>
                <a:pt x="107677" y="271434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B01B8B-381B-4652-B5A9-43A632C9576D}">
      <dsp:nvSpPr>
        <dsp:cNvPr id="0" name=""/>
        <dsp:cNvSpPr/>
      </dsp:nvSpPr>
      <dsp:spPr>
        <a:xfrm>
          <a:off x="1190012" y="397817"/>
          <a:ext cx="91440" cy="271434"/>
        </a:xfrm>
        <a:custGeom>
          <a:avLst/>
          <a:gdLst/>
          <a:ahLst/>
          <a:cxnLst/>
          <a:rect l="0" t="0" r="0" b="0"/>
          <a:pathLst>
            <a:path>
              <a:moveTo>
                <a:pt x="107677" y="0"/>
              </a:moveTo>
              <a:lnTo>
                <a:pt x="107677" y="271434"/>
              </a:lnTo>
              <a:lnTo>
                <a:pt x="45720" y="271434"/>
              </a:lnTo>
            </a:path>
          </a:pathLst>
        </a:custGeom>
        <a:noFill/>
        <a:ln w="6350" cap="flat" cmpd="sng" algn="ctr">
          <a:solidFill>
            <a:srgbClr val="B3B3B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DC713C-72C0-4971-B9EC-C2A30F6D8C88}">
      <dsp:nvSpPr>
        <dsp:cNvPr id="0" name=""/>
        <dsp:cNvSpPr/>
      </dsp:nvSpPr>
      <dsp:spPr>
        <a:xfrm>
          <a:off x="631631" y="968"/>
          <a:ext cx="1332118" cy="396849"/>
        </a:xfrm>
        <a:prstGeom prst="rect">
          <a:avLst/>
        </a:prstGeom>
        <a:solidFill>
          <a:srgbClr val="D4ECBA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1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Test &amp; Commissioning Lead (Deployment Project Manager)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b="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Anthony Daniel</a:t>
          </a:r>
          <a:endParaRPr lang="en-US" sz="550" b="0" kern="1200" dirty="0">
            <a:solidFill>
              <a:sysClr val="windowText" lastClr="000000"/>
            </a:solidFill>
          </a:endParaRPr>
        </a:p>
      </dsp:txBody>
      <dsp:txXfrm>
        <a:off x="631631" y="968"/>
        <a:ext cx="1332118" cy="396849"/>
      </dsp:txXfrm>
    </dsp:sp>
    <dsp:sp modelId="{C979F298-B716-40D5-ABC2-C84A98C01826}">
      <dsp:nvSpPr>
        <dsp:cNvPr id="0" name=""/>
        <dsp:cNvSpPr/>
      </dsp:nvSpPr>
      <dsp:spPr>
        <a:xfrm>
          <a:off x="529660" y="521733"/>
          <a:ext cx="706072" cy="295037"/>
        </a:xfrm>
        <a:prstGeom prst="rect">
          <a:avLst/>
        </a:prstGeom>
        <a:solidFill>
          <a:srgbClr val="D4ECBA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Infrastructure Installation Supervision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Jarad Khan</a:t>
          </a:r>
          <a:endParaRPr lang="en-US" sz="550" kern="1200" dirty="0">
            <a:solidFill>
              <a:sysClr val="windowText" lastClr="00000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29660" y="521733"/>
        <a:ext cx="706072" cy="295037"/>
      </dsp:txXfrm>
    </dsp:sp>
    <dsp:sp modelId="{0F3C2162-17F3-4F2E-A6AC-330B404FF337}">
      <dsp:nvSpPr>
        <dsp:cNvPr id="0" name=""/>
        <dsp:cNvSpPr/>
      </dsp:nvSpPr>
      <dsp:spPr>
        <a:xfrm>
          <a:off x="1359648" y="521733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Site Infrastructure Design (SID)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Paul Rosemond</a:t>
          </a:r>
          <a:endParaRPr lang="en-US" sz="550" kern="1200" dirty="0">
            <a:solidFill>
              <a:sysClr val="windowText" lastClr="000000"/>
            </a:solidFill>
          </a:endParaRPr>
        </a:p>
      </dsp:txBody>
      <dsp:txXfrm>
        <a:off x="1359648" y="521733"/>
        <a:ext cx="706072" cy="295037"/>
      </dsp:txXfrm>
    </dsp:sp>
    <dsp:sp modelId="{5160A037-E843-4ECD-8170-3BB5D48DDD82}">
      <dsp:nvSpPr>
        <dsp:cNvPr id="0" name=""/>
        <dsp:cNvSpPr/>
      </dsp:nvSpPr>
      <dsp:spPr>
        <a:xfrm>
          <a:off x="529660" y="940686"/>
          <a:ext cx="706072" cy="295037"/>
        </a:xfrm>
        <a:prstGeom prst="rect">
          <a:avLst/>
        </a:prstGeom>
        <a:solidFill>
          <a:srgbClr val="D4ECBA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Infrastructure Testing &amp; Commissioning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James Hurd</a:t>
          </a:r>
        </a:p>
      </dsp:txBody>
      <dsp:txXfrm>
        <a:off x="529660" y="940686"/>
        <a:ext cx="706072" cy="295037"/>
      </dsp:txXfrm>
    </dsp:sp>
    <dsp:sp modelId="{FB831210-FB18-4DAC-A35E-9FD1BD620CB8}">
      <dsp:nvSpPr>
        <dsp:cNvPr id="0" name=""/>
        <dsp:cNvSpPr/>
      </dsp:nvSpPr>
      <dsp:spPr>
        <a:xfrm>
          <a:off x="1359648" y="940686"/>
          <a:ext cx="706072" cy="295037"/>
        </a:xfrm>
        <a:prstGeom prst="rect">
          <a:avLst/>
        </a:prstGeom>
        <a:solidFill>
          <a:srgbClr val="D4ECBA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Site DCS &amp; Cyber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Vishal Kumar</a:t>
          </a:r>
        </a:p>
      </dsp:txBody>
      <dsp:txXfrm>
        <a:off x="1359648" y="940686"/>
        <a:ext cx="706072" cy="295037"/>
      </dsp:txXfrm>
    </dsp:sp>
    <dsp:sp modelId="{E8F08812-9F0D-452B-B6DE-4EA423109A1A}">
      <dsp:nvSpPr>
        <dsp:cNvPr id="0" name=""/>
        <dsp:cNvSpPr/>
      </dsp:nvSpPr>
      <dsp:spPr>
        <a:xfrm>
          <a:off x="529660" y="1359640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Vehicle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 Installation Supervision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SBE + James Hurd</a:t>
          </a:r>
        </a:p>
      </dsp:txBody>
      <dsp:txXfrm>
        <a:off x="529660" y="1359640"/>
        <a:ext cx="706072" cy="295037"/>
      </dsp:txXfrm>
    </dsp:sp>
    <dsp:sp modelId="{9A514321-DE57-4CFD-A914-3924EE3AB0E0}">
      <dsp:nvSpPr>
        <dsp:cNvPr id="0" name=""/>
        <dsp:cNvSpPr/>
      </dsp:nvSpPr>
      <dsp:spPr>
        <a:xfrm>
          <a:off x="1359648" y="1359640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Site QA &amp; CM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SBE + Irfan Siddiqui</a:t>
          </a:r>
        </a:p>
      </dsp:txBody>
      <dsp:txXfrm>
        <a:off x="1359648" y="1359640"/>
        <a:ext cx="706072" cy="295037"/>
      </dsp:txXfrm>
    </dsp:sp>
    <dsp:sp modelId="{8D5BD1FE-65D9-4980-8382-5EDE8BBBF791}">
      <dsp:nvSpPr>
        <dsp:cNvPr id="0" name=""/>
        <dsp:cNvSpPr/>
      </dsp:nvSpPr>
      <dsp:spPr>
        <a:xfrm>
          <a:off x="529660" y="1778593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Vehicle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 Testing &amp; Comm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SBE + James Hurd</a:t>
          </a:r>
        </a:p>
      </dsp:txBody>
      <dsp:txXfrm>
        <a:off x="529660" y="1778593"/>
        <a:ext cx="706072" cy="295037"/>
      </dsp:txXfrm>
    </dsp:sp>
    <dsp:sp modelId="{25F640D0-789E-4A33-A4E7-62D850A175F0}">
      <dsp:nvSpPr>
        <dsp:cNvPr id="0" name=""/>
        <dsp:cNvSpPr/>
      </dsp:nvSpPr>
      <dsp:spPr>
        <a:xfrm>
          <a:off x="1359648" y="1778593"/>
          <a:ext cx="706072" cy="295037"/>
        </a:xfrm>
        <a:prstGeom prst="rect">
          <a:avLst/>
        </a:prstGeom>
        <a:solidFill>
          <a:srgbClr val="D4ECBA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HSE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Irfan Siddiqui</a:t>
          </a:r>
        </a:p>
      </dsp:txBody>
      <dsp:txXfrm>
        <a:off x="1359648" y="1778593"/>
        <a:ext cx="706072" cy="295037"/>
      </dsp:txXfrm>
    </dsp:sp>
    <dsp:sp modelId="{AE0F7B8A-AD99-4A5A-A71F-540FCAE697A0}">
      <dsp:nvSpPr>
        <dsp:cNvPr id="0" name=""/>
        <dsp:cNvSpPr/>
      </dsp:nvSpPr>
      <dsp:spPr>
        <a:xfrm>
          <a:off x="529660" y="2197547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Vehicle Option Ins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 &amp; Supervision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SBE + James Hurd</a:t>
          </a:r>
        </a:p>
      </dsp:txBody>
      <dsp:txXfrm>
        <a:off x="529660" y="2197547"/>
        <a:ext cx="706072" cy="295037"/>
      </dsp:txXfrm>
    </dsp:sp>
    <dsp:sp modelId="{F1ECDF4E-AAA3-481D-A766-D403275BF8BD}">
      <dsp:nvSpPr>
        <dsp:cNvPr id="0" name=""/>
        <dsp:cNvSpPr/>
      </dsp:nvSpPr>
      <dsp:spPr>
        <a:xfrm>
          <a:off x="1359648" y="2197547"/>
          <a:ext cx="706072" cy="295037"/>
        </a:xfrm>
        <a:prstGeom prst="rect">
          <a:avLst/>
        </a:prstGeom>
        <a:solidFill>
          <a:srgbClr val="F2F2F2"/>
        </a:solidFill>
        <a:ln w="6350" cap="flat" cmpd="sng" algn="ctr">
          <a:solidFill>
            <a:srgbClr val="EBEB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O&amp;M Training</a:t>
          </a:r>
        </a:p>
        <a:p>
          <a:pPr marL="0" lvl="0" indent="0" algn="ctr" defTabSz="2444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" kern="1200" dirty="0">
              <a:solidFill>
                <a:sysClr val="windowText" lastClr="000000"/>
              </a:solidFill>
            </a:rPr>
            <a:t>Winston Browning</a:t>
          </a:r>
        </a:p>
      </dsp:txBody>
      <dsp:txXfrm>
        <a:off x="1359648" y="2197547"/>
        <a:ext cx="706072" cy="295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92144-A158-4C05-A2F4-5CACDC2E29C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CADB5-E05D-40D7-BD46-185C041B9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9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CADB5-E05D-40D7-BD46-185C041B96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30BC-26DC-BEEA-E1DF-CB1BD4D62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99AE5-11F0-378B-D926-726C70E4D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C3753-3C92-04B1-0741-82C944A0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C8D9C-C425-061D-B5DF-DBFADE6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E672-DEE7-8A56-4839-F1F077D7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1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F10A-6166-B40C-42C9-5B1560E2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6926-6D36-4499-2FE4-9594524A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0770-B8BA-0656-BE86-30AFBE0C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6CE7-ED39-62B5-84FF-71D419CB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9B72-8CE3-AB1C-2607-395BD54F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8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DA48-1FCA-3FA5-C38E-977F362C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9297B-2AF6-1CC0-B643-2BC9D8CB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A4A47-EA3C-9560-6463-0C61AAF0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F784-2A90-3870-8078-D5402713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40D87-45CC-3BDD-9F96-0DB783BD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5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316C-B45A-ED14-5B04-EAB54ADF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18297-A573-01B5-8FDE-3FD739EB5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0BF32-AF74-0EB1-C665-F9B37C873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52E2-8D98-142E-F55D-CC9BB4C5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AD445-151A-6D96-31C4-2AA973B6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78548-9BF3-08BE-3FE5-AC800D6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5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65B2-9A51-8723-1E51-4D19D776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EBDE9-EC19-61D4-3F10-42092DE6F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A23B8-6FA3-8120-3C46-0BB1176F6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C84C8-114E-2E50-6D30-19933AD23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8A9D3-4228-E3D9-4413-D611402E4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6AF4C-FAE2-ED50-6E7A-09C5152F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3C5F3-44B0-557A-0C26-C79FA319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412D4-A569-ED63-AB81-A632EEFE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6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E645-687C-8A0D-D0CF-91AACC28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AE3D9-B7A7-721E-E076-CF4D895E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15E3E-6A50-CA70-43B3-D2499EA8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B102D-24EA-DF97-406B-9F86C83D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CC3E9-244C-A2EE-35FD-7BB4D638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BA547-056C-2289-8CAA-424D7B07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CDFE-0CCD-EDA9-C2E2-6A0EB7B7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6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7E4C-FDD2-C690-DC58-782704FA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2C5D-7ACB-2C42-B43C-E651FF27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ADE11-D2BE-CDC2-C851-5F3B7971C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D358C-7DF5-8696-B798-427659F6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F1EC-BA11-D16D-D57D-83D60CF9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4329C-E3F1-8256-BF43-2A17FAF1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0A4B-D4ED-1D68-EE84-9CA1FA84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430F0-5BFE-6BF1-C3E1-21F257EC1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7AA79-564B-3E86-CF40-DD0B117AD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349F3-B4F9-050C-4B1B-5F6E05F6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93A56-26FB-3520-FA31-B86C93E2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5B537-DB28-C669-0AF3-C1A3DA58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0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D2DF-BEA9-A6B8-F6AA-4E1BBEDD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D48D1-4FE9-ED55-1C69-DAD30C643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F765-E4D5-673F-7350-28C97C0F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8A32D-DEF9-5B2C-2EE4-83DEB5B3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39748-E47C-7144-DD76-101FCC24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076E2-3489-B349-BC31-3EC6F890C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97EED-C41B-EFC7-6556-835936786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4118-9C0C-D9F6-A7ED-70B9A391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EDF57-E5BB-5985-DD07-E691769B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532F-A290-1569-9792-32AA030F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9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6CE32-EF0A-161F-978B-1B1D19F0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29A4-785A-24C4-8001-BCFA00089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88911-45EA-7525-815A-EFB027FB6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19B43-4C8F-4FC9-A13E-9D6D3480A7D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880AF-DEF8-F48B-92D5-7B609197F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9CB4-782A-9150-3D08-377F28771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B46CA-9183-4D70-8E31-9FBA1DD45CF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2A624-1DE9-3316-AF9B-0A98395A48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5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6923C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96D7E-BACF-20D6-44E1-EF7EF22EB7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94313" y="6642100"/>
            <a:ext cx="1646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6923C"/>
                </a:solidFill>
                <a:latin typeface="Arial Black" panose="020B0A04020102020204" pitchFamily="34" charset="0"/>
              </a:rPr>
              <a:t>{Hitachi Rail – Internal}</a:t>
            </a:r>
          </a:p>
        </p:txBody>
      </p:sp>
    </p:spTree>
    <p:extLst>
      <p:ext uri="{BB962C8B-B14F-4D97-AF65-F5344CB8AC3E}">
        <p14:creationId xmlns:p14="http://schemas.microsoft.com/office/powerpoint/2010/main" val="238418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3CCE-5C3F-EFF1-6001-77B7BFD0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FFE0687-7F81-5B6C-9271-BCBC32B40F81}"/>
              </a:ext>
            </a:extLst>
          </p:cNvPr>
          <p:cNvCxnSpPr>
            <a:cxnSpLocks/>
          </p:cNvCxnSpPr>
          <p:nvPr/>
        </p:nvCxnSpPr>
        <p:spPr>
          <a:xfrm>
            <a:off x="5133675" y="3663095"/>
            <a:ext cx="0" cy="243593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3F8577-A184-D20B-0BC5-E866A38D24C3}"/>
              </a:ext>
            </a:extLst>
          </p:cNvPr>
          <p:cNvCxnSpPr>
            <a:cxnSpLocks/>
          </p:cNvCxnSpPr>
          <p:nvPr/>
        </p:nvCxnSpPr>
        <p:spPr>
          <a:xfrm>
            <a:off x="5127626" y="2204175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64240EF-904A-78D3-843B-3590C6181D58}"/>
              </a:ext>
            </a:extLst>
          </p:cNvPr>
          <p:cNvCxnSpPr/>
          <p:nvPr/>
        </p:nvCxnSpPr>
        <p:spPr>
          <a:xfrm>
            <a:off x="1604591" y="4132329"/>
            <a:ext cx="0" cy="236005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796A15-B2F3-27CA-4727-93881C200EB3}"/>
              </a:ext>
            </a:extLst>
          </p:cNvPr>
          <p:cNvGrpSpPr/>
          <p:nvPr/>
        </p:nvGrpSpPr>
        <p:grpSpPr>
          <a:xfrm>
            <a:off x="7233738" y="4016933"/>
            <a:ext cx="724627" cy="316707"/>
            <a:chOff x="3005351" y="1499973"/>
            <a:chExt cx="604775" cy="30238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4C81B9-955F-6121-B942-2A5901ED8EC7}"/>
                </a:ext>
              </a:extLst>
            </p:cNvPr>
            <p:cNvSpPr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C8E710-D8B3-C592-875C-24029AF8E9CA}"/>
                </a:ext>
              </a:extLst>
            </p:cNvPr>
            <p:cNvSpPr txBox="1"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  <a:latin typeface="Aptos" panose="02110004020202020204"/>
                  <a:ea typeface="+mn-ea"/>
                  <a:cs typeface="+mn-cs"/>
                </a:rPr>
                <a:t>DCC / AMS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dirty="0">
                  <a:solidFill>
                    <a:schemeClr val="tx1"/>
                  </a:solidFill>
                  <a:latin typeface="Aptos" panose="02110004020202020204"/>
                </a:rPr>
                <a:t>Michael Maris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952D9EB-F9C2-2D90-6FAE-88FA2E43F165}"/>
              </a:ext>
            </a:extLst>
          </p:cNvPr>
          <p:cNvSpPr/>
          <p:nvPr/>
        </p:nvSpPr>
        <p:spPr>
          <a:xfrm>
            <a:off x="4864687" y="4546191"/>
            <a:ext cx="100402" cy="11612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139809"/>
                </a:lnTo>
                <a:lnTo>
                  <a:pt x="100402" y="1139809"/>
                </a:lnTo>
              </a:path>
            </a:pathLst>
          </a:custGeom>
          <a:noFill/>
          <a:ln w="9525">
            <a:solidFill>
              <a:srgbClr val="B3B3B3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60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D4D3802-9A48-6405-07EF-EB6B25B1478C}"/>
              </a:ext>
            </a:extLst>
          </p:cNvPr>
          <p:cNvCxnSpPr>
            <a:cxnSpLocks/>
          </p:cNvCxnSpPr>
          <p:nvPr/>
        </p:nvCxnSpPr>
        <p:spPr>
          <a:xfrm>
            <a:off x="5134058" y="3568220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50ACDC4-6799-F06E-A138-856AE7F0DDE4}"/>
              </a:ext>
            </a:extLst>
          </p:cNvPr>
          <p:cNvCxnSpPr>
            <a:cxnSpLocks/>
          </p:cNvCxnSpPr>
          <p:nvPr/>
        </p:nvCxnSpPr>
        <p:spPr>
          <a:xfrm>
            <a:off x="5134058" y="3048725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AFBBBD1-3264-9C69-A08F-BB7709288CBD}"/>
              </a:ext>
            </a:extLst>
          </p:cNvPr>
          <p:cNvCxnSpPr>
            <a:cxnSpLocks/>
          </p:cNvCxnSpPr>
          <p:nvPr/>
        </p:nvCxnSpPr>
        <p:spPr>
          <a:xfrm>
            <a:off x="4814411" y="2512178"/>
            <a:ext cx="313215" cy="0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969486-2826-7FD1-8832-B72F53FE66FE}"/>
              </a:ext>
            </a:extLst>
          </p:cNvPr>
          <p:cNvCxnSpPr/>
          <p:nvPr/>
        </p:nvCxnSpPr>
        <p:spPr>
          <a:xfrm>
            <a:off x="3292762" y="1791165"/>
            <a:ext cx="0" cy="146541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57074-59FD-93DF-DFDF-3D41B7540B5C}"/>
              </a:ext>
            </a:extLst>
          </p:cNvPr>
          <p:cNvSpPr/>
          <p:nvPr/>
        </p:nvSpPr>
        <p:spPr>
          <a:xfrm>
            <a:off x="2340725" y="2157655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Assurance Manager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CA" sz="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Freshta Sakhi</a:t>
            </a:r>
            <a:endParaRPr lang="en-US" sz="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B81779-2946-6792-B07C-0D384BD7492C}"/>
              </a:ext>
            </a:extLst>
          </p:cNvPr>
          <p:cNvCxnSpPr/>
          <p:nvPr/>
        </p:nvCxnSpPr>
        <p:spPr>
          <a:xfrm>
            <a:off x="3155113" y="3250225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C094E0-C156-F9C8-39AB-325E14E789EA}"/>
              </a:ext>
            </a:extLst>
          </p:cNvPr>
          <p:cNvCxnSpPr/>
          <p:nvPr/>
        </p:nvCxnSpPr>
        <p:spPr>
          <a:xfrm>
            <a:off x="3163050" y="2781331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CAE750-1243-3EF7-CCA5-3AE70A4E3AF8}"/>
              </a:ext>
            </a:extLst>
          </p:cNvPr>
          <p:cNvCxnSpPr/>
          <p:nvPr/>
        </p:nvCxnSpPr>
        <p:spPr>
          <a:xfrm>
            <a:off x="3163050" y="2360444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388034B-7D98-4026-53B3-4D6C1D95670F}"/>
              </a:ext>
            </a:extLst>
          </p:cNvPr>
          <p:cNvSpPr/>
          <p:nvPr/>
        </p:nvSpPr>
        <p:spPr>
          <a:xfrm>
            <a:off x="2337551" y="2583262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Manager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Ashraf Farag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68BABF-5B8A-234E-B791-D5F28D10EDB9}"/>
              </a:ext>
            </a:extLst>
          </p:cNvPr>
          <p:cNvSpPr/>
          <p:nvPr/>
        </p:nvSpPr>
        <p:spPr>
          <a:xfrm>
            <a:off x="2340725" y="3011577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Assurance Manager (RAM)</a:t>
            </a:r>
          </a:p>
          <a:p>
            <a:pPr marR="0" algn="ctr" defTabSz="266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 Gonzales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907737-5109-A04A-E9EB-69FFED919ADE}"/>
              </a:ext>
            </a:extLst>
          </p:cNvPr>
          <p:cNvSpPr/>
          <p:nvPr/>
        </p:nvSpPr>
        <p:spPr>
          <a:xfrm>
            <a:off x="959523" y="1011883"/>
            <a:ext cx="8406747" cy="3765703"/>
          </a:xfrm>
          <a:prstGeom prst="rect">
            <a:avLst/>
          </a:prstGeom>
          <a:ln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932AD62-6F77-FA6E-A270-D53C09F9F3EE}"/>
              </a:ext>
            </a:extLst>
          </p:cNvPr>
          <p:cNvSpPr/>
          <p:nvPr/>
        </p:nvSpPr>
        <p:spPr>
          <a:xfrm>
            <a:off x="3669047" y="1221022"/>
            <a:ext cx="1464031" cy="6907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64031" y="0"/>
                </a:moveTo>
                <a:lnTo>
                  <a:pt x="1464031" y="690700"/>
                </a:lnTo>
                <a:lnTo>
                  <a:pt x="0" y="690700"/>
                </a:lnTo>
              </a:path>
            </a:pathLst>
          </a:custGeom>
          <a:noFill/>
          <a:ln w="12700">
            <a:prstDash val="dashDot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DAAF2C0-6954-EA1F-ED33-EF4F015A7A6E}"/>
              </a:ext>
            </a:extLst>
          </p:cNvPr>
          <p:cNvSpPr/>
          <p:nvPr/>
        </p:nvSpPr>
        <p:spPr>
          <a:xfrm>
            <a:off x="4989403" y="1263146"/>
            <a:ext cx="140451" cy="184104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0451" y="0"/>
                </a:moveTo>
                <a:lnTo>
                  <a:pt x="140451" y="1841044"/>
                </a:lnTo>
                <a:lnTo>
                  <a:pt x="0" y="1841044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D5BFC73-1388-312B-6A89-07B5A623A25F}"/>
              </a:ext>
            </a:extLst>
          </p:cNvPr>
          <p:cNvSpPr/>
          <p:nvPr/>
        </p:nvSpPr>
        <p:spPr>
          <a:xfrm>
            <a:off x="5392132" y="1829396"/>
            <a:ext cx="1719747" cy="982435"/>
          </a:xfrm>
          <a:custGeom>
            <a:avLst/>
            <a:gdLst>
              <a:gd name="connsiteX0" fmla="*/ 0 w 1774913"/>
              <a:gd name="connsiteY0" fmla="*/ 0 h 678607"/>
              <a:gd name="connsiteX1" fmla="*/ 1774913 w 1774913"/>
              <a:gd name="connsiteY1" fmla="*/ 0 h 678607"/>
              <a:gd name="connsiteX2" fmla="*/ 1774913 w 1774913"/>
              <a:gd name="connsiteY2" fmla="*/ 678607 h 678607"/>
              <a:gd name="connsiteX3" fmla="*/ 0 w 1774913"/>
              <a:gd name="connsiteY3" fmla="*/ 678607 h 678607"/>
              <a:gd name="connsiteX4" fmla="*/ 0 w 1774913"/>
              <a:gd name="connsiteY4" fmla="*/ 0 h 67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4913" h="678607">
                <a:moveTo>
                  <a:pt x="0" y="0"/>
                </a:moveTo>
                <a:lnTo>
                  <a:pt x="1774913" y="0"/>
                </a:lnTo>
                <a:lnTo>
                  <a:pt x="1774913" y="678607"/>
                </a:lnTo>
                <a:lnTo>
                  <a:pt x="0" y="6786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CA" sz="600" b="1" u="none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PMO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Quality Assurance Manager</a:t>
            </a:r>
          </a:p>
          <a:p>
            <a:pPr marL="0" lvl="0" indent="0" algn="ctr" defTabSz="2667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Pranay </a:t>
            </a:r>
            <a:r>
              <a:rPr lang="en-US" sz="600" kern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Kohad</a:t>
            </a:r>
            <a:endParaRPr lang="en-CA" sz="600" b="1" u="none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defTabSz="2667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u="none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 – Naveed Iqbal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u="none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PMO and Planning Manager 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u="none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Naveed Iqbal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Coordinator -</a:t>
            </a: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b="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Erela Custodio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Publications - Lauren </a:t>
            </a:r>
            <a:r>
              <a:rPr lang="en-US" sz="600" b="0" kern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Perchuk</a:t>
            </a:r>
            <a:endParaRPr lang="en-US" sz="600" b="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821D96B-2AEB-5990-F411-0BF0CC411429}"/>
              </a:ext>
            </a:extLst>
          </p:cNvPr>
          <p:cNvSpPr/>
          <p:nvPr/>
        </p:nvSpPr>
        <p:spPr>
          <a:xfrm>
            <a:off x="4096138" y="229507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Design Authority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Darren Bruce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6A846BC-6EDD-90F5-8FA8-75213795BF75}"/>
              </a:ext>
            </a:extLst>
          </p:cNvPr>
          <p:cNvSpPr/>
          <p:nvPr/>
        </p:nvSpPr>
        <p:spPr>
          <a:xfrm>
            <a:off x="4104273" y="2862535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Tatiana </a:t>
            </a:r>
            <a:r>
              <a:rPr lang="en-US" sz="600" kern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Vainberg</a:t>
            </a:r>
            <a:endParaRPr lang="en-US" sz="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093125F-9212-95FA-C092-10341B247365}"/>
              </a:ext>
            </a:extLst>
          </p:cNvPr>
          <p:cNvSpPr/>
          <p:nvPr/>
        </p:nvSpPr>
        <p:spPr>
          <a:xfrm>
            <a:off x="2808218" y="1685839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D4EC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and Security Manager 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(Safety Engineering)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 Hupp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A6D4691-E945-53CE-4CCC-A3A19612D986}"/>
              </a:ext>
            </a:extLst>
          </p:cNvPr>
          <p:cNvSpPr/>
          <p:nvPr/>
        </p:nvSpPr>
        <p:spPr>
          <a:xfrm>
            <a:off x="5392131" y="336628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PPM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Adrien </a:t>
            </a:r>
            <a:r>
              <a:rPr lang="en-US" sz="600" kern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Eichene</a:t>
            </a:r>
            <a:endParaRPr lang="en-US" sz="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A0CC75-5B30-CBAC-6D04-6F11D2645D44}"/>
              </a:ext>
            </a:extLst>
          </p:cNvPr>
          <p:cNvGrpSpPr/>
          <p:nvPr/>
        </p:nvGrpSpPr>
        <p:grpSpPr>
          <a:xfrm>
            <a:off x="1463474" y="1710764"/>
            <a:ext cx="1345229" cy="401916"/>
            <a:chOff x="2071071" y="2006629"/>
            <a:chExt cx="1345229" cy="401916"/>
          </a:xfrm>
          <a:solidFill>
            <a:schemeClr val="bg1">
              <a:lumMod val="95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1733440-C414-7F71-C02C-05D9D9253C61}"/>
                </a:ext>
              </a:extLst>
            </p:cNvPr>
            <p:cNvSpPr/>
            <p:nvPr/>
          </p:nvSpPr>
          <p:spPr>
            <a:xfrm>
              <a:off x="2071071" y="2006629"/>
              <a:ext cx="822325" cy="4019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defTabSz="266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Independent Validator</a:t>
              </a:r>
            </a:p>
            <a:p>
              <a:pPr marR="0" algn="ctr" defTabSz="266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dirty="0" err="1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Eungeniu</a:t>
              </a:r>
              <a:r>
                <a:rPr lang="en-US" sz="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Popa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FEB5EDA-C650-8A00-023F-96B53A0BFD83}"/>
                </a:ext>
              </a:extLst>
            </p:cNvPr>
            <p:cNvCxnSpPr>
              <a:cxnSpLocks/>
            </p:cNvCxnSpPr>
            <p:nvPr/>
          </p:nvCxnSpPr>
          <p:spPr>
            <a:xfrm>
              <a:off x="2893396" y="2207587"/>
              <a:ext cx="522904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477705-85BC-5392-1230-5FF98ECEA6DE}"/>
              </a:ext>
            </a:extLst>
          </p:cNvPr>
          <p:cNvCxnSpPr>
            <a:cxnSpLocks/>
          </p:cNvCxnSpPr>
          <p:nvPr/>
        </p:nvCxnSpPr>
        <p:spPr>
          <a:xfrm>
            <a:off x="2020462" y="3908442"/>
            <a:ext cx="8922302" cy="91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697DB05B-6889-5DA8-1709-2BEE54A323DD}"/>
              </a:ext>
            </a:extLst>
          </p:cNvPr>
          <p:cNvSpPr/>
          <p:nvPr/>
        </p:nvSpPr>
        <p:spPr>
          <a:xfrm>
            <a:off x="4696482" y="88321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E40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latin typeface="Arial" panose="020B0604020202020204" pitchFamily="34" charset="0"/>
                <a:cs typeface="Arial" panose="020B0604020202020204" pitchFamily="34" charset="0"/>
              </a:rPr>
              <a:t>Project Portfolio Director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latin typeface="Arial" panose="020B0604020202020204" pitchFamily="34" charset="0"/>
                <a:cs typeface="Arial" panose="020B0604020202020204" pitchFamily="34" charset="0"/>
              </a:rPr>
              <a:t>Daniel Kasch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FA1454B-C652-80CC-6417-5385ECC6F1C9}"/>
              </a:ext>
            </a:extLst>
          </p:cNvPr>
          <p:cNvSpPr/>
          <p:nvPr/>
        </p:nvSpPr>
        <p:spPr>
          <a:xfrm>
            <a:off x="5392132" y="2848080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D4EC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/>
                <a:cs typeface="Arial"/>
              </a:rPr>
              <a:t>Project Financial</a:t>
            </a:r>
            <a:endParaRPr lang="en-US" sz="600" b="1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00" b="1" dirty="0">
                <a:solidFill>
                  <a:sysClr val="windowText" lastClr="000000"/>
                </a:solidFill>
                <a:latin typeface="Arial"/>
                <a:cs typeface="Arial"/>
              </a:rPr>
              <a:t>Sonia Devid</a:t>
            </a:r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A0AD85D-10AE-A25B-0102-EA006359F6FB}"/>
              </a:ext>
            </a:extLst>
          </p:cNvPr>
          <p:cNvSpPr/>
          <p:nvPr/>
        </p:nvSpPr>
        <p:spPr>
          <a:xfrm>
            <a:off x="4696481" y="1390655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D4EC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Carsten Bube</a:t>
            </a:r>
          </a:p>
        </p:txBody>
      </p:sp>
      <p:sp>
        <p:nvSpPr>
          <p:cNvPr id="111" name="Title 1">
            <a:extLst>
              <a:ext uri="{FF2B5EF4-FFF2-40B4-BE49-F238E27FC236}">
                <a16:creationId xmlns:a16="http://schemas.microsoft.com/office/drawing/2014/main" id="{EF58EF58-3665-60F4-4001-A53E263A24B8}"/>
              </a:ext>
            </a:extLst>
          </p:cNvPr>
          <p:cNvSpPr txBox="1">
            <a:spLocks/>
          </p:cNvSpPr>
          <p:nvPr/>
        </p:nvSpPr>
        <p:spPr>
          <a:xfrm>
            <a:off x="199198" y="174085"/>
            <a:ext cx="7247334" cy="58657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1500" dirty="0">
                <a:solidFill>
                  <a:srgbClr val="10191C"/>
                </a:solidFill>
                <a:latin typeface="Arial"/>
                <a:ea typeface="+mn-lt"/>
                <a:cs typeface="Arial"/>
              </a:rPr>
              <a:t>Hitachi Rail SRS Canada – </a:t>
            </a:r>
            <a:r>
              <a:rPr lang="fr-FR" sz="1500">
                <a:solidFill>
                  <a:srgbClr val="10191C"/>
                </a:solidFill>
                <a:latin typeface="Arial"/>
                <a:ea typeface="+mn-lt"/>
                <a:cs typeface="Arial"/>
              </a:rPr>
              <a:t>SFMTA Train Control Upgrade Project (TCUP)</a:t>
            </a:r>
            <a:br>
              <a:rPr lang="en-US" sz="15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</a:br>
            <a:r>
              <a:rPr lang="en-US" sz="1500">
                <a:solidFill>
                  <a:srgbClr val="10191C"/>
                </a:solidFill>
                <a:latin typeface="Arial"/>
                <a:ea typeface="+mn-lt"/>
                <a:cs typeface="Arial"/>
              </a:rPr>
              <a:t>October 2025</a:t>
            </a:r>
            <a:endParaRPr lang="en-US" sz="1500" dirty="0">
              <a:latin typeface="Arial"/>
              <a:cs typeface="Arial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A78DFAF0-8F2A-83DA-9DD3-76077B7211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97"/>
          <a:stretch/>
        </p:blipFill>
        <p:spPr>
          <a:xfrm>
            <a:off x="10512439" y="292776"/>
            <a:ext cx="1518355" cy="240628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7A314B8-B619-A438-8510-E1EE13544F51}"/>
              </a:ext>
            </a:extLst>
          </p:cNvPr>
          <p:cNvGrpSpPr/>
          <p:nvPr/>
        </p:nvGrpSpPr>
        <p:grpSpPr>
          <a:xfrm>
            <a:off x="-8881" y="767722"/>
            <a:ext cx="12196767" cy="88429"/>
            <a:chOff x="-3" y="595771"/>
            <a:chExt cx="9144003" cy="66296"/>
          </a:xfrm>
        </p:grpSpPr>
        <p:sp>
          <p:nvSpPr>
            <p:cNvPr id="127" name="正方形/長方形 11">
              <a:extLst>
                <a:ext uri="{FF2B5EF4-FFF2-40B4-BE49-F238E27FC236}">
                  <a16:creationId xmlns:a16="http://schemas.microsoft.com/office/drawing/2014/main" id="{CC6614A2-DA68-C207-7968-BFD234107DC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0" y="595775"/>
              <a:ext cx="9144000" cy="66292"/>
            </a:xfrm>
            <a:prstGeom prst="rect">
              <a:avLst/>
            </a:prstGeom>
            <a:solidFill>
              <a:srgbClr val="73737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28" name="グループ化 62">
              <a:extLst>
                <a:ext uri="{FF2B5EF4-FFF2-40B4-BE49-F238E27FC236}">
                  <a16:creationId xmlns:a16="http://schemas.microsoft.com/office/drawing/2014/main" id="{C675E4B5-8317-2B15-58EE-F362AAD6F2D7}"/>
                </a:ext>
              </a:extLst>
            </p:cNvPr>
            <p:cNvGrpSpPr/>
            <p:nvPr userDrawn="1"/>
          </p:nvGrpSpPr>
          <p:grpSpPr bwMode="gray">
            <a:xfrm>
              <a:off x="-3" y="595771"/>
              <a:ext cx="1318393" cy="66295"/>
              <a:chOff x="312738" y="2747958"/>
              <a:chExt cx="1970087" cy="109542"/>
            </a:xfrm>
          </p:grpSpPr>
          <p:sp>
            <p:nvSpPr>
              <p:cNvPr id="129" name="正方形/長方形 69">
                <a:extLst>
                  <a:ext uri="{FF2B5EF4-FFF2-40B4-BE49-F238E27FC236}">
                    <a16:creationId xmlns:a16="http://schemas.microsoft.com/office/drawing/2014/main" id="{515DA355-CECD-E4BA-8435-6675E994680E}"/>
                  </a:ext>
                </a:extLst>
              </p:cNvPr>
              <p:cNvSpPr/>
              <p:nvPr/>
            </p:nvSpPr>
            <p:spPr bwMode="gray">
              <a:xfrm>
                <a:off x="312738" y="2747958"/>
                <a:ext cx="1970087" cy="109537"/>
              </a:xfrm>
              <a:prstGeom prst="rect">
                <a:avLst/>
              </a:prstGeom>
              <a:solidFill>
                <a:srgbClr val="E40428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0" name="正方形/長方形 70">
                <a:extLst>
                  <a:ext uri="{FF2B5EF4-FFF2-40B4-BE49-F238E27FC236}">
                    <a16:creationId xmlns:a16="http://schemas.microsoft.com/office/drawing/2014/main" id="{169DC2B4-EEF3-D792-C9B9-9A24BA73A2DE}"/>
                  </a:ext>
                </a:extLst>
              </p:cNvPr>
              <p:cNvSpPr/>
              <p:nvPr/>
            </p:nvSpPr>
            <p:spPr bwMode="gray">
              <a:xfrm>
                <a:off x="312738" y="2747963"/>
                <a:ext cx="985837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5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0A71C9-2F87-8194-722C-E867252B88D6}"/>
              </a:ext>
            </a:extLst>
          </p:cNvPr>
          <p:cNvCxnSpPr>
            <a:cxnSpLocks/>
          </p:cNvCxnSpPr>
          <p:nvPr/>
        </p:nvCxnSpPr>
        <p:spPr>
          <a:xfrm flipV="1">
            <a:off x="9109730" y="3927076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7CC97E-FA46-92E3-FA84-B5071FD25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760539"/>
              </p:ext>
            </p:extLst>
          </p:nvPr>
        </p:nvGraphicFramePr>
        <p:xfrm>
          <a:off x="10357535" y="4024076"/>
          <a:ext cx="1351702" cy="2228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64" name="Group 63">
            <a:extLst>
              <a:ext uri="{FF2B5EF4-FFF2-40B4-BE49-F238E27FC236}">
                <a16:creationId xmlns:a16="http://schemas.microsoft.com/office/drawing/2014/main" id="{BB477103-809A-470D-E8C6-A49D83081458}"/>
              </a:ext>
            </a:extLst>
          </p:cNvPr>
          <p:cNvGrpSpPr/>
          <p:nvPr/>
        </p:nvGrpSpPr>
        <p:grpSpPr>
          <a:xfrm>
            <a:off x="2143618" y="4001953"/>
            <a:ext cx="3556071" cy="2655216"/>
            <a:chOff x="2197217" y="4005596"/>
            <a:chExt cx="3556071" cy="2655216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458EBC4-B7D7-A878-A5D9-FCDA21E23F3B}"/>
                </a:ext>
              </a:extLst>
            </p:cNvPr>
            <p:cNvSpPr/>
            <p:nvPr/>
          </p:nvSpPr>
          <p:spPr>
            <a:xfrm>
              <a:off x="4920963" y="4915334"/>
              <a:ext cx="104294" cy="28773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16503"/>
                  </a:lnTo>
                  <a:lnTo>
                    <a:pt x="104294" y="316503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3C5E6E5-BDE2-B9E6-EB10-1A4C8203F5D2}"/>
                </a:ext>
              </a:extLst>
            </p:cNvPr>
            <p:cNvSpPr/>
            <p:nvPr/>
          </p:nvSpPr>
          <p:spPr>
            <a:xfrm>
              <a:off x="4039022" y="4900948"/>
              <a:ext cx="118194" cy="157764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77645"/>
                  </a:lnTo>
                  <a:lnTo>
                    <a:pt x="118194" y="1577645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52B5E2-98D5-2564-6129-B31687BD2B8B}"/>
                </a:ext>
              </a:extLst>
            </p:cNvPr>
            <p:cNvSpPr/>
            <p:nvPr/>
          </p:nvSpPr>
          <p:spPr>
            <a:xfrm>
              <a:off x="4039022" y="4900948"/>
              <a:ext cx="118442" cy="112103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21030"/>
                  </a:lnTo>
                  <a:lnTo>
                    <a:pt x="118442" y="1121030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B1D5065-DA19-7CA0-7A7A-C18A0AD7BD4D}"/>
                </a:ext>
              </a:extLst>
            </p:cNvPr>
            <p:cNvSpPr/>
            <p:nvPr/>
          </p:nvSpPr>
          <p:spPr>
            <a:xfrm>
              <a:off x="4039022" y="4900948"/>
              <a:ext cx="118194" cy="71043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10432"/>
                  </a:lnTo>
                  <a:lnTo>
                    <a:pt x="118194" y="710432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9C805A0-577B-69DD-B890-A4E7C42CADDB}"/>
                </a:ext>
              </a:extLst>
            </p:cNvPr>
            <p:cNvSpPr/>
            <p:nvPr/>
          </p:nvSpPr>
          <p:spPr>
            <a:xfrm>
              <a:off x="4039022" y="4900948"/>
              <a:ext cx="105052" cy="28583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85839"/>
                  </a:lnTo>
                  <a:lnTo>
                    <a:pt x="105052" y="285839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2F48DAF-0C66-1B1D-33B8-15B9D844AE41}"/>
                </a:ext>
              </a:extLst>
            </p:cNvPr>
            <p:cNvSpPr/>
            <p:nvPr/>
          </p:nvSpPr>
          <p:spPr>
            <a:xfrm>
              <a:off x="3889602" y="4370313"/>
              <a:ext cx="440970" cy="17056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6532"/>
                  </a:lnTo>
                  <a:lnTo>
                    <a:pt x="440970" y="76532"/>
                  </a:lnTo>
                  <a:lnTo>
                    <a:pt x="440970" y="15306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DB7D479-39C3-3627-6ED0-F4A7AB85ADFC}"/>
                </a:ext>
              </a:extLst>
            </p:cNvPr>
            <p:cNvSpPr/>
            <p:nvPr/>
          </p:nvSpPr>
          <p:spPr>
            <a:xfrm>
              <a:off x="3152045" y="4882168"/>
              <a:ext cx="100402" cy="113980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39809"/>
                  </a:lnTo>
                  <a:lnTo>
                    <a:pt x="100402" y="1139809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02EAAED-65EE-9331-8D44-AD861D70F2B4}"/>
                </a:ext>
              </a:extLst>
            </p:cNvPr>
            <p:cNvSpPr/>
            <p:nvPr/>
          </p:nvSpPr>
          <p:spPr>
            <a:xfrm>
              <a:off x="3152045" y="4882168"/>
              <a:ext cx="107458" cy="72740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27404"/>
                  </a:lnTo>
                  <a:lnTo>
                    <a:pt x="107458" y="72740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BCC12D8-4EFF-17E7-9EFE-AA864C1F527B}"/>
                </a:ext>
              </a:extLst>
            </p:cNvPr>
            <p:cNvSpPr/>
            <p:nvPr/>
          </p:nvSpPr>
          <p:spPr>
            <a:xfrm>
              <a:off x="3152045" y="4882168"/>
              <a:ext cx="103493" cy="30380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03806"/>
                  </a:lnTo>
                  <a:lnTo>
                    <a:pt x="103493" y="303806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3B3232A-7786-733C-1FD9-A6AF20DBFAE6}"/>
                </a:ext>
              </a:extLst>
            </p:cNvPr>
            <p:cNvSpPr/>
            <p:nvPr/>
          </p:nvSpPr>
          <p:spPr>
            <a:xfrm>
              <a:off x="3443596" y="4390589"/>
              <a:ext cx="446006" cy="1342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46006" y="0"/>
                  </a:moveTo>
                  <a:lnTo>
                    <a:pt x="446006" y="57752"/>
                  </a:lnTo>
                  <a:lnTo>
                    <a:pt x="0" y="57752"/>
                  </a:lnTo>
                  <a:lnTo>
                    <a:pt x="0" y="13428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E30E141-71A2-A43E-B6CB-36D06BEA10CD}"/>
                </a:ext>
              </a:extLst>
            </p:cNvPr>
            <p:cNvSpPr/>
            <p:nvPr/>
          </p:nvSpPr>
          <p:spPr>
            <a:xfrm>
              <a:off x="2270105" y="4882168"/>
              <a:ext cx="109331" cy="85278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52785"/>
                  </a:lnTo>
                  <a:lnTo>
                    <a:pt x="109331" y="852785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1BBCDA4-942C-35ED-A687-C7DFA60730AF}"/>
                </a:ext>
              </a:extLst>
            </p:cNvPr>
            <p:cNvSpPr/>
            <p:nvPr/>
          </p:nvSpPr>
          <p:spPr>
            <a:xfrm>
              <a:off x="2270105" y="4882168"/>
              <a:ext cx="109331" cy="3352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5283"/>
                  </a:lnTo>
                  <a:lnTo>
                    <a:pt x="109331" y="335283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38D54C4-DCDE-8BFA-82F8-27BA5C1AF1F3}"/>
                </a:ext>
              </a:extLst>
            </p:cNvPr>
            <p:cNvSpPr/>
            <p:nvPr/>
          </p:nvSpPr>
          <p:spPr>
            <a:xfrm>
              <a:off x="2561655" y="4390589"/>
              <a:ext cx="1327947" cy="1342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327947" y="0"/>
                  </a:moveTo>
                  <a:lnTo>
                    <a:pt x="1327947" y="57752"/>
                  </a:lnTo>
                  <a:lnTo>
                    <a:pt x="0" y="57752"/>
                  </a:lnTo>
                  <a:lnTo>
                    <a:pt x="0" y="134284"/>
                  </a:lnTo>
                </a:path>
              </a:pathLst>
            </a:custGeom>
            <a:noFill/>
            <a:ln w="9525">
              <a:solidFill>
                <a:srgbClr val="B3B3B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295A083-0C89-0079-4E3E-EA62627A8064}"/>
                </a:ext>
              </a:extLst>
            </p:cNvPr>
            <p:cNvSpPr/>
            <p:nvPr/>
          </p:nvSpPr>
          <p:spPr>
            <a:xfrm>
              <a:off x="3394262" y="4005596"/>
              <a:ext cx="968660" cy="374121"/>
            </a:xfrm>
            <a:custGeom>
              <a:avLst/>
              <a:gdLst>
                <a:gd name="connsiteX0" fmla="*/ 0 w 1157834"/>
                <a:gd name="connsiteY0" fmla="*/ 0 h 364438"/>
                <a:gd name="connsiteX1" fmla="*/ 1157834 w 1157834"/>
                <a:gd name="connsiteY1" fmla="*/ 0 h 364438"/>
                <a:gd name="connsiteX2" fmla="*/ 1157834 w 1157834"/>
                <a:gd name="connsiteY2" fmla="*/ 364438 h 364438"/>
                <a:gd name="connsiteX3" fmla="*/ 0 w 1157834"/>
                <a:gd name="connsiteY3" fmla="*/ 364438 h 364438"/>
                <a:gd name="connsiteX4" fmla="*/ 0 w 1157834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834" h="364438">
                  <a:moveTo>
                    <a:pt x="0" y="0"/>
                  </a:moveTo>
                  <a:lnTo>
                    <a:pt x="1157834" y="0"/>
                  </a:lnTo>
                  <a:lnTo>
                    <a:pt x="1157834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10" tIns="3810" rIns="3810" bIns="381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1" kern="1200" dirty="0">
                  <a:solidFill>
                    <a:schemeClr val="tx1"/>
                  </a:solidFill>
                  <a:latin typeface="Arial"/>
                  <a:cs typeface="Arial"/>
                </a:rPr>
                <a:t>SEM &amp; Integration</a:t>
              </a:r>
            </a:p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1" kern="1200" dirty="0">
                  <a:solidFill>
                    <a:schemeClr val="tx1"/>
                  </a:solidFill>
                  <a:latin typeface="Arial"/>
                  <a:cs typeface="Arial"/>
                </a:rPr>
                <a:t>Manager</a:t>
              </a:r>
            </a:p>
            <a:p>
              <a:pPr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dirty="0">
                  <a:solidFill>
                    <a:schemeClr val="tx1"/>
                  </a:solidFill>
                </a:rPr>
                <a:t>Deepa Trivedi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7E2711-66F8-3814-FF91-26ACB94E6433}"/>
                </a:ext>
              </a:extLst>
            </p:cNvPr>
            <p:cNvSpPr/>
            <p:nvPr/>
          </p:nvSpPr>
          <p:spPr>
            <a:xfrm>
              <a:off x="2197217" y="451773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810" tIns="3810" rIns="3810" bIns="381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 dirty="0">
                  <a:solidFill>
                    <a:schemeClr val="tx1"/>
                  </a:solidFill>
                </a:rPr>
                <a:t>Systems Work package Manager</a:t>
              </a:r>
            </a:p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0" kern="1200" dirty="0">
                  <a:solidFill>
                    <a:schemeClr val="tx1"/>
                  </a:solidFill>
                </a:rPr>
                <a:t>Siamak Nazari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CA5C403-2C4E-E191-F8E7-25A769ED154A}"/>
                </a:ext>
              </a:extLst>
            </p:cNvPr>
            <p:cNvSpPr/>
            <p:nvPr/>
          </p:nvSpPr>
          <p:spPr>
            <a:xfrm>
              <a:off x="2379436" y="5035232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Systems Design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Ye Jiang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816DF66-5904-F10A-614C-2053A7FF2DFA}"/>
                </a:ext>
              </a:extLst>
            </p:cNvPr>
            <p:cNvSpPr/>
            <p:nvPr/>
          </p:nvSpPr>
          <p:spPr>
            <a:xfrm>
              <a:off x="2379436" y="5552735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 err="1">
                  <a:solidFill>
                    <a:schemeClr val="tx1"/>
                  </a:solidFill>
                </a:rPr>
                <a:t>Signalling</a:t>
              </a:r>
              <a:r>
                <a:rPr lang="en-US" sz="600" kern="1200" dirty="0">
                  <a:solidFill>
                    <a:schemeClr val="tx1"/>
                  </a:solidFill>
                </a:rPr>
                <a:t> Design</a:t>
              </a:r>
            </a:p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00" dirty="0">
                  <a:solidFill>
                    <a:schemeClr val="tx1"/>
                  </a:solidFill>
                </a:rPr>
                <a:t>Alexander Jackson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CD982F4-2FE3-EADD-EDA2-B2EF4DB760EC}"/>
                </a:ext>
              </a:extLst>
            </p:cNvPr>
            <p:cNvSpPr/>
            <p:nvPr/>
          </p:nvSpPr>
          <p:spPr>
            <a:xfrm>
              <a:off x="3079158" y="451773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0" kern="1200" dirty="0">
                  <a:solidFill>
                    <a:schemeClr val="tx1"/>
                  </a:solidFill>
                </a:rPr>
                <a:t>Software Development Manager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b="0" kern="1200" dirty="0">
                  <a:solidFill>
                    <a:schemeClr val="tx1"/>
                  </a:solidFill>
                </a:rPr>
                <a:t>Ryan D’Souza</a:t>
              </a: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80DB2D8-F813-969F-D1DB-B965974A810E}"/>
                </a:ext>
              </a:extLst>
            </p:cNvPr>
            <p:cNvSpPr/>
            <p:nvPr/>
          </p:nvSpPr>
          <p:spPr>
            <a:xfrm>
              <a:off x="3255538" y="5003756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Central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Yvon </a:t>
              </a:r>
              <a:r>
                <a:rPr lang="en-US" sz="600" kern="1200" dirty="0" err="1">
                  <a:solidFill>
                    <a:schemeClr val="tx1"/>
                  </a:solidFill>
                </a:rPr>
                <a:t>Muc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2FDC0B1-3E83-5ED7-02B3-A205819C2199}"/>
                </a:ext>
              </a:extLst>
            </p:cNvPr>
            <p:cNvSpPr/>
            <p:nvPr/>
          </p:nvSpPr>
          <p:spPr>
            <a:xfrm>
              <a:off x="3259503" y="5427353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Wayside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dirty="0">
                  <a:solidFill>
                    <a:schemeClr val="tx1"/>
                  </a:solidFill>
                </a:rPr>
                <a:t>Parthi </a:t>
              </a:r>
              <a:r>
                <a:rPr lang="en-US" sz="600" dirty="0" err="1">
                  <a:solidFill>
                    <a:schemeClr val="tx1"/>
                  </a:solidFill>
                </a:rPr>
                <a:t>Nallainathan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F866F2C-1386-918F-F2CC-5A5FC58D4F9D}"/>
                </a:ext>
              </a:extLst>
            </p:cNvPr>
            <p:cNvSpPr/>
            <p:nvPr/>
          </p:nvSpPr>
          <p:spPr>
            <a:xfrm>
              <a:off x="3252448" y="5839759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Vehicle Software Development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Andrei </a:t>
              </a:r>
              <a:r>
                <a:rPr lang="en-US" sz="600" kern="1200" dirty="0" err="1">
                  <a:solidFill>
                    <a:schemeClr val="tx1"/>
                  </a:solidFill>
                </a:rPr>
                <a:t>Cernia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F4132BF-731C-AEBC-3641-68A0FC9F8D1E}"/>
                </a:ext>
              </a:extLst>
            </p:cNvPr>
            <p:cNvSpPr/>
            <p:nvPr/>
          </p:nvSpPr>
          <p:spPr>
            <a:xfrm>
              <a:off x="3966134" y="453651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 dirty="0">
                  <a:solidFill>
                    <a:schemeClr val="tx1"/>
                  </a:solidFill>
                </a:rPr>
                <a:t>Hardware Engineering 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b="0" kern="1200" dirty="0">
                  <a:solidFill>
                    <a:schemeClr val="tx1"/>
                  </a:solidFill>
                </a:rPr>
                <a:t>Emad Khan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CA" sz="600" dirty="0">
                  <a:solidFill>
                    <a:schemeClr val="tx1"/>
                  </a:solidFill>
                </a:rPr>
                <a:t>Support Shayan </a:t>
              </a:r>
              <a:r>
                <a:rPr lang="en-CA" sz="600" dirty="0" err="1">
                  <a:solidFill>
                    <a:schemeClr val="tx1"/>
                  </a:solidFill>
                </a:rPr>
                <a:t>Dargahi</a:t>
              </a:r>
              <a:endParaRPr lang="en-US" sz="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D012F55-2C2A-FA2F-59DA-0F0883D9324F}"/>
                </a:ext>
              </a:extLst>
            </p:cNvPr>
            <p:cNvSpPr/>
            <p:nvPr/>
          </p:nvSpPr>
          <p:spPr>
            <a:xfrm>
              <a:off x="4144075" y="5004568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Central &amp; Wayside Hardware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Via WPM</a:t>
              </a:r>
              <a:endParaRPr lang="en-US" sz="600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5DC72F0-0E23-6BC6-F909-B1DC2E73D8A6}"/>
                </a:ext>
              </a:extLst>
            </p:cNvPr>
            <p:cNvSpPr/>
            <p:nvPr/>
          </p:nvSpPr>
          <p:spPr>
            <a:xfrm>
              <a:off x="4157217" y="5429161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Tools Hardware 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Via WPM</a:t>
              </a: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A84F49C-96CE-A19A-62B0-066F2F4273DA}"/>
                </a:ext>
              </a:extLst>
            </p:cNvPr>
            <p:cNvSpPr/>
            <p:nvPr/>
          </p:nvSpPr>
          <p:spPr>
            <a:xfrm>
              <a:off x="4157465" y="5839759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HW Qualification / 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EMC/EMI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Via WPM</a:t>
              </a: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96D4F47-5A23-41E8-2EBE-6A4A4E7045B4}"/>
                </a:ext>
              </a:extLst>
            </p:cNvPr>
            <p:cNvSpPr/>
            <p:nvPr/>
          </p:nvSpPr>
          <p:spPr>
            <a:xfrm>
              <a:off x="4157217" y="6296374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Vehicle Hardware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Nenad Boras</a:t>
              </a: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321E119-7DB5-919D-8C6E-549F7DF75B07}"/>
                </a:ext>
              </a:extLst>
            </p:cNvPr>
            <p:cNvSpPr/>
            <p:nvPr/>
          </p:nvSpPr>
          <p:spPr>
            <a:xfrm>
              <a:off x="5024412" y="5000421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Core CBTC ITV 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(incl. In-House Lab)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Priyanka Pai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9C61FC5-980B-BCF8-0552-8322733A8CAF}"/>
                </a:ext>
              </a:extLst>
            </p:cNvPr>
            <p:cNvSpPr/>
            <p:nvPr/>
          </p:nvSpPr>
          <p:spPr>
            <a:xfrm>
              <a:off x="3252213" y="6258035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Environment Simulator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Rahul Duggal</a:t>
              </a: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CE4295A-4E6D-BCE8-A08B-6BF6E6F1FFB2}"/>
                </a:ext>
              </a:extLst>
            </p:cNvPr>
            <p:cNvSpPr/>
            <p:nvPr/>
          </p:nvSpPr>
          <p:spPr>
            <a:xfrm>
              <a:off x="4848075" y="4536510"/>
              <a:ext cx="728876" cy="364438"/>
            </a:xfrm>
            <a:custGeom>
              <a:avLst/>
              <a:gdLst>
                <a:gd name="connsiteX0" fmla="*/ 0 w 728876"/>
                <a:gd name="connsiteY0" fmla="*/ 0 h 364438"/>
                <a:gd name="connsiteX1" fmla="*/ 728876 w 728876"/>
                <a:gd name="connsiteY1" fmla="*/ 0 h 364438"/>
                <a:gd name="connsiteX2" fmla="*/ 728876 w 728876"/>
                <a:gd name="connsiteY2" fmla="*/ 364438 h 364438"/>
                <a:gd name="connsiteX3" fmla="*/ 0 w 728876"/>
                <a:gd name="connsiteY3" fmla="*/ 364438 h 364438"/>
                <a:gd name="connsiteX4" fmla="*/ 0 w 728876"/>
                <a:gd name="connsiteY4" fmla="*/ 0 h 36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876" h="364438">
                  <a:moveTo>
                    <a:pt x="0" y="0"/>
                  </a:moveTo>
                  <a:lnTo>
                    <a:pt x="728876" y="0"/>
                  </a:lnTo>
                  <a:lnTo>
                    <a:pt x="728876" y="364438"/>
                  </a:lnTo>
                  <a:lnTo>
                    <a:pt x="0" y="364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ITV Manager</a:t>
              </a:r>
            </a:p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Jason Tsang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53BDF-520E-A5BD-6BFB-CD82A36DA0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85176" y="3918178"/>
            <a:ext cx="91638" cy="8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7F1784-28DE-EA04-FC00-CCE4AC3C3DFB}"/>
              </a:ext>
            </a:extLst>
          </p:cNvPr>
          <p:cNvCxnSpPr>
            <a:cxnSpLocks/>
          </p:cNvCxnSpPr>
          <p:nvPr/>
        </p:nvCxnSpPr>
        <p:spPr>
          <a:xfrm>
            <a:off x="3828523" y="3914758"/>
            <a:ext cx="0" cy="83592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9" name="Content Placeholder 5">
            <a:extLst>
              <a:ext uri="{FF2B5EF4-FFF2-40B4-BE49-F238E27FC236}">
                <a16:creationId xmlns:a16="http://schemas.microsoft.com/office/drawing/2014/main" id="{3B93B393-3178-14C3-364C-DD07964C67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71592"/>
              </p:ext>
            </p:extLst>
          </p:nvPr>
        </p:nvGraphicFramePr>
        <p:xfrm>
          <a:off x="7811068" y="4025830"/>
          <a:ext cx="2595381" cy="2493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7CBD83-F24D-8A33-1196-9A3ED871F8B0}"/>
              </a:ext>
            </a:extLst>
          </p:cNvPr>
          <p:cNvCxnSpPr>
            <a:cxnSpLocks/>
          </p:cNvCxnSpPr>
          <p:nvPr/>
        </p:nvCxnSpPr>
        <p:spPr>
          <a:xfrm flipV="1">
            <a:off x="10942764" y="3922941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924C7-AC50-D1E3-977A-257FF9FDA188}"/>
              </a:ext>
            </a:extLst>
          </p:cNvPr>
          <p:cNvGrpSpPr/>
          <p:nvPr/>
        </p:nvGrpSpPr>
        <p:grpSpPr>
          <a:xfrm>
            <a:off x="6113462" y="4748739"/>
            <a:ext cx="734175" cy="386139"/>
            <a:chOff x="2974622" y="1095100"/>
            <a:chExt cx="604776" cy="302389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073E37-5ACD-40CB-99A1-54D44D34FD42}"/>
                </a:ext>
              </a:extLst>
            </p:cNvPr>
            <p:cNvSpPr/>
            <p:nvPr/>
          </p:nvSpPr>
          <p:spPr>
            <a:xfrm>
              <a:off x="2974622" y="1095100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77A7C73-567A-023F-F21A-82CFEF150B56}"/>
                </a:ext>
              </a:extLst>
            </p:cNvPr>
            <p:cNvSpPr txBox="1"/>
            <p:nvPr/>
          </p:nvSpPr>
          <p:spPr>
            <a:xfrm>
              <a:off x="2974623" y="1095102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Configuration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Manager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</a:rPr>
                <a:t>Debahuti </a:t>
              </a:r>
              <a:r>
                <a:rPr lang="en-US" sz="600" kern="1200" dirty="0" err="1">
                  <a:solidFill>
                    <a:schemeClr val="tx1"/>
                  </a:solidFill>
                </a:rPr>
                <a:t>Sarmah</a:t>
              </a:r>
              <a:endParaRPr lang="en-US" sz="6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0B8030D-C77D-2835-B269-F1E583AF6476}"/>
              </a:ext>
            </a:extLst>
          </p:cNvPr>
          <p:cNvSpPr/>
          <p:nvPr/>
        </p:nvSpPr>
        <p:spPr>
          <a:xfrm flipH="1">
            <a:off x="2981975" y="5185146"/>
            <a:ext cx="116917" cy="8430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139809"/>
                </a:lnTo>
                <a:lnTo>
                  <a:pt x="100402" y="1139809"/>
                </a:lnTo>
              </a:path>
            </a:pathLst>
          </a:custGeom>
          <a:noFill/>
          <a:ln w="9525">
            <a:solidFill>
              <a:srgbClr val="B3B3B3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6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45AE53E-31EF-81F6-51D8-6FBEF6E84094}"/>
              </a:ext>
            </a:extLst>
          </p:cNvPr>
          <p:cNvSpPr/>
          <p:nvPr/>
        </p:nvSpPr>
        <p:spPr>
          <a:xfrm>
            <a:off x="2283852" y="6124658"/>
            <a:ext cx="728876" cy="364438"/>
          </a:xfrm>
          <a:custGeom>
            <a:avLst/>
            <a:gdLst>
              <a:gd name="connsiteX0" fmla="*/ 0 w 728876"/>
              <a:gd name="connsiteY0" fmla="*/ 0 h 364438"/>
              <a:gd name="connsiteX1" fmla="*/ 728876 w 728876"/>
              <a:gd name="connsiteY1" fmla="*/ 0 h 364438"/>
              <a:gd name="connsiteX2" fmla="*/ 728876 w 728876"/>
              <a:gd name="connsiteY2" fmla="*/ 364438 h 364438"/>
              <a:gd name="connsiteX3" fmla="*/ 0 w 728876"/>
              <a:gd name="connsiteY3" fmla="*/ 364438 h 364438"/>
              <a:gd name="connsiteX4" fmla="*/ 0 w 728876"/>
              <a:gd name="connsiteY4" fmla="*/ 0 h 364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876" h="364438">
                <a:moveTo>
                  <a:pt x="0" y="0"/>
                </a:moveTo>
                <a:lnTo>
                  <a:pt x="728876" y="0"/>
                </a:lnTo>
                <a:lnTo>
                  <a:pt x="728876" y="364438"/>
                </a:lnTo>
                <a:lnTo>
                  <a:pt x="0" y="36443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5" tIns="4445" rIns="4445" bIns="444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chemeClr val="tx1"/>
                </a:solidFill>
              </a:rPr>
              <a:t>Software Verification</a:t>
            </a:r>
          </a:p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chemeClr val="tx1"/>
                </a:solidFill>
              </a:rPr>
              <a:t>Ryan D’Souza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186D96-AB63-A7BD-D95B-0E9CCC2AE7D0}"/>
              </a:ext>
            </a:extLst>
          </p:cNvPr>
          <p:cNvCxnSpPr>
            <a:cxnSpLocks/>
          </p:cNvCxnSpPr>
          <p:nvPr/>
        </p:nvCxnSpPr>
        <p:spPr>
          <a:xfrm>
            <a:off x="4999737" y="3922975"/>
            <a:ext cx="0" cy="83592"/>
          </a:xfrm>
          <a:prstGeom prst="line">
            <a:avLst/>
          </a:prstGeom>
          <a:ln w="12700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4306C72-4309-71D1-3D82-C142F214031C}"/>
              </a:ext>
            </a:extLst>
          </p:cNvPr>
          <p:cNvSpPr/>
          <p:nvPr/>
        </p:nvSpPr>
        <p:spPr>
          <a:xfrm>
            <a:off x="4555657" y="3996693"/>
            <a:ext cx="968660" cy="374121"/>
          </a:xfrm>
          <a:custGeom>
            <a:avLst/>
            <a:gdLst>
              <a:gd name="connsiteX0" fmla="*/ 0 w 1157834"/>
              <a:gd name="connsiteY0" fmla="*/ 0 h 364438"/>
              <a:gd name="connsiteX1" fmla="*/ 1157834 w 1157834"/>
              <a:gd name="connsiteY1" fmla="*/ 0 h 364438"/>
              <a:gd name="connsiteX2" fmla="*/ 1157834 w 1157834"/>
              <a:gd name="connsiteY2" fmla="*/ 364438 h 364438"/>
              <a:gd name="connsiteX3" fmla="*/ 0 w 1157834"/>
              <a:gd name="connsiteY3" fmla="*/ 364438 h 364438"/>
              <a:gd name="connsiteX4" fmla="*/ 0 w 1157834"/>
              <a:gd name="connsiteY4" fmla="*/ 0 h 364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834" h="364438">
                <a:moveTo>
                  <a:pt x="0" y="0"/>
                </a:moveTo>
                <a:lnTo>
                  <a:pt x="1157834" y="0"/>
                </a:lnTo>
                <a:lnTo>
                  <a:pt x="1157834" y="364438"/>
                </a:lnTo>
                <a:lnTo>
                  <a:pt x="0" y="36443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Vehicle Engineer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Nenad Boras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31DE951A-17B5-EF00-9AA2-DC652801FB59}"/>
              </a:ext>
            </a:extLst>
          </p:cNvPr>
          <p:cNvSpPr/>
          <p:nvPr/>
        </p:nvSpPr>
        <p:spPr>
          <a:xfrm>
            <a:off x="4976532" y="5476984"/>
            <a:ext cx="728876" cy="364438"/>
          </a:xfrm>
          <a:custGeom>
            <a:avLst/>
            <a:gdLst>
              <a:gd name="connsiteX0" fmla="*/ 0 w 728876"/>
              <a:gd name="connsiteY0" fmla="*/ 0 h 364438"/>
              <a:gd name="connsiteX1" fmla="*/ 728876 w 728876"/>
              <a:gd name="connsiteY1" fmla="*/ 0 h 364438"/>
              <a:gd name="connsiteX2" fmla="*/ 728876 w 728876"/>
              <a:gd name="connsiteY2" fmla="*/ 364438 h 364438"/>
              <a:gd name="connsiteX3" fmla="*/ 0 w 728876"/>
              <a:gd name="connsiteY3" fmla="*/ 364438 h 364438"/>
              <a:gd name="connsiteX4" fmla="*/ 0 w 728876"/>
              <a:gd name="connsiteY4" fmla="*/ 0 h 364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876" h="364438">
                <a:moveTo>
                  <a:pt x="0" y="0"/>
                </a:moveTo>
                <a:lnTo>
                  <a:pt x="728876" y="0"/>
                </a:lnTo>
                <a:lnTo>
                  <a:pt x="728876" y="364438"/>
                </a:lnTo>
                <a:lnTo>
                  <a:pt x="0" y="364438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9525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45" tIns="4445" rIns="4445" bIns="444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chemeClr val="tx1"/>
                </a:solidFill>
              </a:rPr>
              <a:t>Tools ITV</a:t>
            </a:r>
          </a:p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chemeClr val="tx1"/>
                </a:solidFill>
              </a:rPr>
              <a:t>Andres Velasquez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D43F44C7-2E38-320E-AE46-027F56C15A80}"/>
              </a:ext>
            </a:extLst>
          </p:cNvPr>
          <p:cNvSpPr/>
          <p:nvPr/>
        </p:nvSpPr>
        <p:spPr>
          <a:xfrm>
            <a:off x="3098641" y="5359504"/>
            <a:ext cx="100402" cy="8430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139809"/>
                </a:lnTo>
                <a:lnTo>
                  <a:pt x="100402" y="1139809"/>
                </a:lnTo>
              </a:path>
            </a:pathLst>
          </a:custGeom>
          <a:noFill/>
          <a:ln w="9525">
            <a:solidFill>
              <a:srgbClr val="B3B3B3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60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99F6C09-2EF2-D6B0-B965-17A78FEA8B48}"/>
              </a:ext>
            </a:extLst>
          </p:cNvPr>
          <p:cNvGrpSpPr/>
          <p:nvPr/>
        </p:nvGrpSpPr>
        <p:grpSpPr>
          <a:xfrm>
            <a:off x="8651821" y="951096"/>
            <a:ext cx="1300104" cy="656667"/>
            <a:chOff x="337045" y="5814819"/>
            <a:chExt cx="1300104" cy="656667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490C4FAF-F746-E751-E0B2-F8D990EEF544}"/>
                </a:ext>
              </a:extLst>
            </p:cNvPr>
            <p:cNvGrpSpPr/>
            <p:nvPr/>
          </p:nvGrpSpPr>
          <p:grpSpPr>
            <a:xfrm>
              <a:off x="414338" y="6166477"/>
              <a:ext cx="233362" cy="242639"/>
              <a:chOff x="461963" y="6100690"/>
              <a:chExt cx="233362" cy="242639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39B8FFF2-BD5F-13C9-6439-2EA807CA2888}"/>
                  </a:ext>
                </a:extLst>
              </p:cNvPr>
              <p:cNvSpPr/>
              <p:nvPr/>
            </p:nvSpPr>
            <p:spPr>
              <a:xfrm>
                <a:off x="461963" y="6100690"/>
                <a:ext cx="233362" cy="75313"/>
              </a:xfrm>
              <a:prstGeom prst="rect">
                <a:avLst/>
              </a:prstGeom>
              <a:solidFill>
                <a:srgbClr val="D4EC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2AA219A-6DCF-6764-8348-361C22C146A5}"/>
                  </a:ext>
                </a:extLst>
              </p:cNvPr>
              <p:cNvSpPr/>
              <p:nvPr/>
            </p:nvSpPr>
            <p:spPr>
              <a:xfrm>
                <a:off x="461963" y="6268016"/>
                <a:ext cx="233362" cy="7531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06CD9A0-D23B-D3FA-4EDA-86E52E27B72D}"/>
                </a:ext>
              </a:extLst>
            </p:cNvPr>
            <p:cNvSpPr txBox="1"/>
            <p:nvPr/>
          </p:nvSpPr>
          <p:spPr>
            <a:xfrm>
              <a:off x="622737" y="6114245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 dirty="0"/>
                <a:t>SRS USA</a:t>
              </a:r>
              <a:endParaRPr lang="en-US" sz="7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B5BF82F-931D-8A3A-288A-4787E81A0A96}"/>
                </a:ext>
              </a:extLst>
            </p:cNvPr>
            <p:cNvSpPr txBox="1"/>
            <p:nvPr/>
          </p:nvSpPr>
          <p:spPr>
            <a:xfrm>
              <a:off x="622737" y="6271431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 dirty="0"/>
                <a:t>SRS Canada</a:t>
              </a:r>
              <a:endParaRPr lang="en-US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535720-F959-5866-0F87-24671D8A5BEB}"/>
                </a:ext>
              </a:extLst>
            </p:cNvPr>
            <p:cNvSpPr txBox="1"/>
            <p:nvPr/>
          </p:nvSpPr>
          <p:spPr>
            <a:xfrm>
              <a:off x="337045" y="5814819"/>
              <a:ext cx="10144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00" b="1"/>
                <a:t>Legend</a:t>
              </a:r>
              <a:endParaRPr lang="en-US" sz="700" b="1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82A5AF7-B172-CF8D-0B23-F4CB29226E3F}"/>
              </a:ext>
            </a:extLst>
          </p:cNvPr>
          <p:cNvGrpSpPr/>
          <p:nvPr/>
        </p:nvGrpSpPr>
        <p:grpSpPr>
          <a:xfrm>
            <a:off x="1241303" y="3748739"/>
            <a:ext cx="804351" cy="408945"/>
            <a:chOff x="3005351" y="1499973"/>
            <a:chExt cx="604775" cy="302387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8B7E082-CD1B-A26A-19F7-FD32911CE4ED}"/>
                </a:ext>
              </a:extLst>
            </p:cNvPr>
            <p:cNvSpPr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29EE59A-8317-8FF1-4159-8578B47EF074}"/>
                </a:ext>
              </a:extLst>
            </p:cNvPr>
            <p:cNvSpPr txBox="1"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lvl="0" algn="ctr"/>
              <a:r>
                <a:rPr lang="en-US" sz="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Communication Systems</a:t>
              </a:r>
              <a:endParaRPr lang="en-US" sz="600" b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 algn="ctr"/>
              <a:r>
                <a:rPr lang="en-US" sz="6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Zlatko </a:t>
              </a:r>
              <a:r>
                <a:rPr lang="en-US" sz="600" dirty="0" err="1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Urosevic</a:t>
              </a:r>
              <a:endParaRPr lang="en-US" sz="600" b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8F05DE0-D672-4AFE-B84E-CC1838EEC478}"/>
              </a:ext>
            </a:extLst>
          </p:cNvPr>
          <p:cNvSpPr/>
          <p:nvPr/>
        </p:nvSpPr>
        <p:spPr>
          <a:xfrm>
            <a:off x="648344" y="4252109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IT Design </a:t>
            </a:r>
          </a:p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Aaron Amorim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1AFFFC4-6EFC-188B-5568-2E45F85FF092}"/>
              </a:ext>
            </a:extLst>
          </p:cNvPr>
          <p:cNvCxnSpPr/>
          <p:nvPr/>
        </p:nvCxnSpPr>
        <p:spPr>
          <a:xfrm>
            <a:off x="1462732" y="5344679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AEE5568-E284-83DF-5F50-9C97F0DAC0C8}"/>
              </a:ext>
            </a:extLst>
          </p:cNvPr>
          <p:cNvCxnSpPr/>
          <p:nvPr/>
        </p:nvCxnSpPr>
        <p:spPr>
          <a:xfrm>
            <a:off x="1470669" y="4875785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BEB4436-2512-3131-0412-6327712D4901}"/>
              </a:ext>
            </a:extLst>
          </p:cNvPr>
          <p:cNvCxnSpPr/>
          <p:nvPr/>
        </p:nvCxnSpPr>
        <p:spPr>
          <a:xfrm>
            <a:off x="1470669" y="4454898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E2505EF-92CA-4E8F-8494-1D8DBAF9E09B}"/>
              </a:ext>
            </a:extLst>
          </p:cNvPr>
          <p:cNvSpPr/>
          <p:nvPr/>
        </p:nvSpPr>
        <p:spPr>
          <a:xfrm>
            <a:off x="645170" y="4677716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Cyber &amp; DCS Tools Design </a:t>
            </a:r>
          </a:p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Enzo Maurice </a:t>
            </a:r>
            <a:r>
              <a:rPr lang="en-US" sz="600" dirty="0" err="1">
                <a:solidFill>
                  <a:sysClr val="windowText" lastClr="000000"/>
                </a:solidFill>
              </a:rPr>
              <a:t>Sarasar</a:t>
            </a:r>
            <a:endParaRPr lang="en-US" sz="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D661B0A-3D09-7B3E-B37D-89AEBC3FFA0F}"/>
              </a:ext>
            </a:extLst>
          </p:cNvPr>
          <p:cNvSpPr/>
          <p:nvPr/>
        </p:nvSpPr>
        <p:spPr>
          <a:xfrm>
            <a:off x="648344" y="5106031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Network Design</a:t>
            </a:r>
          </a:p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Joseph Siu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909D3400-DE4F-2590-6EBF-F43595E71560}"/>
              </a:ext>
            </a:extLst>
          </p:cNvPr>
          <p:cNvCxnSpPr/>
          <p:nvPr/>
        </p:nvCxnSpPr>
        <p:spPr>
          <a:xfrm>
            <a:off x="1465195" y="5784285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CA89B54-3878-1106-382B-3216C1C90DCB}"/>
              </a:ext>
            </a:extLst>
          </p:cNvPr>
          <p:cNvSpPr/>
          <p:nvPr/>
        </p:nvSpPr>
        <p:spPr>
          <a:xfrm>
            <a:off x="650807" y="5545637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en-US" sz="600" dirty="0">
                <a:solidFill>
                  <a:schemeClr val="tx1"/>
                </a:solidFill>
              </a:rPr>
              <a:t>RF Design and Planning</a:t>
            </a:r>
          </a:p>
          <a:p>
            <a:pPr lvl="0" algn="ctr"/>
            <a:r>
              <a:rPr lang="en-US" sz="600" dirty="0">
                <a:solidFill>
                  <a:schemeClr val="tx1"/>
                </a:solidFill>
              </a:rPr>
              <a:t>David </a:t>
            </a:r>
            <a:r>
              <a:rPr lang="en-US" sz="600" dirty="0" err="1">
                <a:solidFill>
                  <a:schemeClr val="tx1"/>
                </a:solidFill>
              </a:rPr>
              <a:t>Cammidge</a:t>
            </a:r>
            <a:r>
              <a:rPr lang="en-US" sz="600" dirty="0">
                <a:solidFill>
                  <a:schemeClr val="tx1"/>
                </a:solidFill>
              </a:rPr>
              <a:t> &amp; Konstantin </a:t>
            </a:r>
            <a:r>
              <a:rPr lang="en-US" sz="600" dirty="0" err="1">
                <a:solidFill>
                  <a:schemeClr val="tx1"/>
                </a:solidFill>
              </a:rPr>
              <a:t>Kovaleno</a:t>
            </a:r>
            <a:endParaRPr lang="en-US" sz="600" dirty="0">
              <a:solidFill>
                <a:schemeClr val="tx1"/>
              </a:solidFill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99784C6-1471-9EFF-0722-FCBEDA16A8BD}"/>
              </a:ext>
            </a:extLst>
          </p:cNvPr>
          <p:cNvCxnSpPr/>
          <p:nvPr/>
        </p:nvCxnSpPr>
        <p:spPr>
          <a:xfrm>
            <a:off x="1461698" y="6176263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8DD01C3-2464-39C3-6A84-40768DABAFEE}"/>
              </a:ext>
            </a:extLst>
          </p:cNvPr>
          <p:cNvSpPr/>
          <p:nvPr/>
        </p:nvSpPr>
        <p:spPr>
          <a:xfrm>
            <a:off x="647310" y="5985243"/>
            <a:ext cx="822325" cy="401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Cyber Assurance</a:t>
            </a:r>
          </a:p>
          <a:p>
            <a:pPr algn="ctr"/>
            <a:r>
              <a:rPr lang="en-US" sz="600" dirty="0" err="1">
                <a:solidFill>
                  <a:sysClr val="windowText" lastClr="000000"/>
                </a:solidFill>
              </a:rPr>
              <a:t>Eroshan</a:t>
            </a:r>
            <a:r>
              <a:rPr lang="en-US" sz="600" dirty="0">
                <a:solidFill>
                  <a:sysClr val="windowText" lastClr="000000"/>
                </a:solidFill>
              </a:rPr>
              <a:t> </a:t>
            </a:r>
            <a:r>
              <a:rPr lang="en-US" sz="600" dirty="0" err="1">
                <a:solidFill>
                  <a:sysClr val="windowText" lastClr="000000"/>
                </a:solidFill>
              </a:rPr>
              <a:t>Weerathunga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7F2B025-4510-2780-09CE-732356FE4827}"/>
              </a:ext>
            </a:extLst>
          </p:cNvPr>
          <p:cNvCxnSpPr>
            <a:cxnSpLocks/>
          </p:cNvCxnSpPr>
          <p:nvPr/>
        </p:nvCxnSpPr>
        <p:spPr>
          <a:xfrm>
            <a:off x="1605817" y="6492119"/>
            <a:ext cx="133515" cy="0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C77A2E8-22A5-A16A-F726-1F362658D6A0}"/>
              </a:ext>
            </a:extLst>
          </p:cNvPr>
          <p:cNvSpPr/>
          <p:nvPr/>
        </p:nvSpPr>
        <p:spPr>
          <a:xfrm>
            <a:off x="1653035" y="6311901"/>
            <a:ext cx="558766" cy="3226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MCG Software</a:t>
            </a:r>
          </a:p>
          <a:p>
            <a:pPr lvl="0" algn="ctr"/>
            <a:r>
              <a:rPr lang="en-US" sz="600" dirty="0">
                <a:solidFill>
                  <a:sysClr val="windowText" lastClr="000000"/>
                </a:solidFill>
              </a:rPr>
              <a:t>Yuriy Popov </a:t>
            </a: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81C0B05B-5462-F626-AC16-297C76D550C0}"/>
              </a:ext>
            </a:extLst>
          </p:cNvPr>
          <p:cNvSpPr/>
          <p:nvPr/>
        </p:nvSpPr>
        <p:spPr>
          <a:xfrm>
            <a:off x="4992405" y="1819166"/>
            <a:ext cx="140451" cy="184104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0451" y="0"/>
                </a:moveTo>
                <a:lnTo>
                  <a:pt x="140451" y="1841044"/>
                </a:lnTo>
                <a:lnTo>
                  <a:pt x="0" y="1841044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3AD84514-FF92-94E0-B452-9BEDC10FECC8}"/>
              </a:ext>
            </a:extLst>
          </p:cNvPr>
          <p:cNvSpPr/>
          <p:nvPr/>
        </p:nvSpPr>
        <p:spPr>
          <a:xfrm>
            <a:off x="4112040" y="3418555"/>
            <a:ext cx="868433" cy="434216"/>
          </a:xfrm>
          <a:custGeom>
            <a:avLst/>
            <a:gdLst>
              <a:gd name="connsiteX0" fmla="*/ 0 w 868433"/>
              <a:gd name="connsiteY0" fmla="*/ 0 h 434216"/>
              <a:gd name="connsiteX1" fmla="*/ 868433 w 868433"/>
              <a:gd name="connsiteY1" fmla="*/ 0 h 434216"/>
              <a:gd name="connsiteX2" fmla="*/ 868433 w 868433"/>
              <a:gd name="connsiteY2" fmla="*/ 434216 h 434216"/>
              <a:gd name="connsiteX3" fmla="*/ 0 w 868433"/>
              <a:gd name="connsiteY3" fmla="*/ 434216 h 434216"/>
              <a:gd name="connsiteX4" fmla="*/ 0 w 868433"/>
              <a:gd name="connsiteY4" fmla="*/ 0 h 434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433" h="434216">
                <a:moveTo>
                  <a:pt x="0" y="0"/>
                </a:moveTo>
                <a:lnTo>
                  <a:pt x="868433" y="0"/>
                </a:lnTo>
                <a:lnTo>
                  <a:pt x="868433" y="434216"/>
                </a:lnTo>
                <a:lnTo>
                  <a:pt x="0" y="434216"/>
                </a:lnTo>
                <a:lnTo>
                  <a:pt x="0" y="0"/>
                </a:lnTo>
                <a:close/>
              </a:path>
            </a:pathLst>
          </a:custGeom>
          <a:solidFill>
            <a:srgbClr val="D4ECB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10" tIns="3810" rIns="3810" bIns="381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b="1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Manager</a:t>
            </a:r>
          </a:p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Gerard </a:t>
            </a:r>
            <a:r>
              <a:rPr lang="en-US" sz="600" kern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Budzynski</a:t>
            </a:r>
            <a:r>
              <a:rPr lang="en-US" sz="600" kern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C0C8543-A934-4625-148D-9EE7DF44ADE4}"/>
              </a:ext>
            </a:extLst>
          </p:cNvPr>
          <p:cNvCxnSpPr>
            <a:cxnSpLocks/>
          </p:cNvCxnSpPr>
          <p:nvPr/>
        </p:nvCxnSpPr>
        <p:spPr>
          <a:xfrm>
            <a:off x="4049257" y="4441357"/>
            <a:ext cx="2064205" cy="499246"/>
          </a:xfrm>
          <a:prstGeom prst="bentConnector3">
            <a:avLst>
              <a:gd name="adj1" fmla="val 95069"/>
            </a:avLst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14E961D1-9917-C89D-6B3B-1B2005ED80B2}"/>
              </a:ext>
            </a:extLst>
          </p:cNvPr>
          <p:cNvCxnSpPr>
            <a:cxnSpLocks/>
          </p:cNvCxnSpPr>
          <p:nvPr/>
        </p:nvCxnSpPr>
        <p:spPr>
          <a:xfrm>
            <a:off x="5162896" y="4442225"/>
            <a:ext cx="0" cy="103966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B2E7C0-1799-CDE7-718A-EEFE076F8044}"/>
              </a:ext>
            </a:extLst>
          </p:cNvPr>
          <p:cNvGrpSpPr/>
          <p:nvPr/>
        </p:nvGrpSpPr>
        <p:grpSpPr>
          <a:xfrm>
            <a:off x="2474043" y="4010066"/>
            <a:ext cx="667246" cy="347373"/>
            <a:chOff x="996530" y="1168"/>
            <a:chExt cx="846367" cy="42318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0C4DA33-90A4-FF5B-CE07-7D4FFD358941}"/>
                </a:ext>
              </a:extLst>
            </p:cNvPr>
            <p:cNvSpPr/>
            <p:nvPr/>
          </p:nvSpPr>
          <p:spPr>
            <a:xfrm>
              <a:off x="996530" y="1168"/>
              <a:ext cx="846367" cy="4231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FBA1B1-F015-60D9-F04A-0DFCF5CCF047}"/>
                </a:ext>
              </a:extLst>
            </p:cNvPr>
            <p:cNvSpPr txBox="1"/>
            <p:nvPr/>
          </p:nvSpPr>
          <p:spPr>
            <a:xfrm>
              <a:off x="996530" y="1168"/>
              <a:ext cx="846367" cy="4231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" tIns="3810" rIns="3810" bIns="3810" numCol="1" spcCol="1270" anchor="ctr" anchorCtr="0">
              <a:noAutofit/>
            </a:bodyPr>
            <a:lstStyle/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TAP Lead</a:t>
              </a:r>
            </a:p>
            <a:p>
              <a:pPr marL="0" lvl="0" indent="0" algn="ct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ysClr val="windowText" lastClr="000000"/>
                  </a:solidFill>
                  <a:latin typeface="+mj-lt"/>
                  <a:ea typeface="+mn-ea"/>
                  <a:cs typeface="Arial" panose="020B0604020202020204" pitchFamily="34" charset="0"/>
                </a:rPr>
                <a:t>Stefan Sandusky</a:t>
              </a:r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4E937D-2E4A-D529-F8C3-FBDA1A0F1F01}"/>
              </a:ext>
            </a:extLst>
          </p:cNvPr>
          <p:cNvCxnSpPr>
            <a:cxnSpLocks/>
          </p:cNvCxnSpPr>
          <p:nvPr/>
        </p:nvCxnSpPr>
        <p:spPr>
          <a:xfrm flipV="1">
            <a:off x="2808218" y="3922975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4917BED-D25E-19A1-20F2-FFA1DD928154}"/>
              </a:ext>
            </a:extLst>
          </p:cNvPr>
          <p:cNvCxnSpPr>
            <a:cxnSpLocks/>
          </p:cNvCxnSpPr>
          <p:nvPr/>
        </p:nvCxnSpPr>
        <p:spPr>
          <a:xfrm flipV="1">
            <a:off x="7577862" y="3924464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6AFBED5-151A-E68D-5357-E63389EBE205}"/>
              </a:ext>
            </a:extLst>
          </p:cNvPr>
          <p:cNvCxnSpPr>
            <a:cxnSpLocks/>
          </p:cNvCxnSpPr>
          <p:nvPr/>
        </p:nvCxnSpPr>
        <p:spPr>
          <a:xfrm flipV="1">
            <a:off x="6151494" y="3917775"/>
            <a:ext cx="0" cy="93992"/>
          </a:xfrm>
          <a:prstGeom prst="line">
            <a:avLst/>
          </a:prstGeom>
          <a:ln w="9525">
            <a:solidFill>
              <a:srgbClr val="B3B3B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8D887B-3970-AEAB-9DC5-DF1E096DA2B4}"/>
              </a:ext>
            </a:extLst>
          </p:cNvPr>
          <p:cNvGrpSpPr/>
          <p:nvPr/>
        </p:nvGrpSpPr>
        <p:grpSpPr>
          <a:xfrm>
            <a:off x="5759600" y="3996693"/>
            <a:ext cx="795245" cy="374121"/>
            <a:chOff x="3005351" y="1499973"/>
            <a:chExt cx="604775" cy="30238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40019-AC64-ADEB-5E1E-BB44915500D7}"/>
                </a:ext>
              </a:extLst>
            </p:cNvPr>
            <p:cNvSpPr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  <a:solidFill>
              <a:srgbClr val="F2F2F2"/>
            </a:solidFill>
            <a:ln w="952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6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F48C4F-1BC0-DBF8-15A3-950ACE291EEF}"/>
                </a:ext>
              </a:extLst>
            </p:cNvPr>
            <p:cNvSpPr txBox="1"/>
            <p:nvPr/>
          </p:nvSpPr>
          <p:spPr>
            <a:xfrm>
              <a:off x="3005351" y="1499973"/>
              <a:ext cx="604775" cy="302387"/>
            </a:xfrm>
            <a:prstGeom prst="rect">
              <a:avLst/>
            </a:prstGeom>
            <a:solidFill>
              <a:srgbClr val="D4ECBA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kern="1200" dirty="0">
                  <a:solidFill>
                    <a:schemeClr val="tx1"/>
                  </a:solidFill>
                  <a:latin typeface="Aptos" panose="02110004020202020204"/>
                  <a:ea typeface="+mn-ea"/>
                  <a:cs typeface="+mn-cs"/>
                </a:rPr>
                <a:t>Integration Manager</a:t>
              </a:r>
            </a:p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00" dirty="0">
                  <a:solidFill>
                    <a:schemeClr val="tx1"/>
                  </a:solidFill>
                  <a:latin typeface="Aptos" panose="02110004020202020204"/>
                </a:rPr>
                <a:t>Aaron Burger</a:t>
              </a:r>
              <a:endParaRPr lang="en-US" sz="600" kern="1200" dirty="0">
                <a:solidFill>
                  <a:schemeClr val="tx1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99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490233BAB4294C9168DA3C4B20F408" ma:contentTypeVersion="9" ma:contentTypeDescription="Create a new document." ma:contentTypeScope="" ma:versionID="7255dc8a9a43dfb5088f18fc7393523f">
  <xsd:schema xmlns:xsd="http://www.w3.org/2001/XMLSchema" xmlns:xs="http://www.w3.org/2001/XMLSchema" xmlns:p="http://schemas.microsoft.com/office/2006/metadata/properties" xmlns:ns1="http://schemas.microsoft.com/sharepoint/v3" xmlns:ns2="4eed3181-67cc-4905-9bfe-6681b024eab3" xmlns:ns3="46b861ba-21be-4977-b44c-abc2d0c555f9" targetNamespace="http://schemas.microsoft.com/office/2006/metadata/properties" ma:root="true" ma:fieldsID="5c9c0248950e0aa1670139c91c84f58c" ns1:_="" ns2:_="" ns3:_="">
    <xsd:import namespace="http://schemas.microsoft.com/sharepoint/v3"/>
    <xsd:import namespace="4eed3181-67cc-4905-9bfe-6681b024eab3"/>
    <xsd:import namespace="46b861ba-21be-4977-b44c-abc2d0c555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d3181-67cc-4905-9bfe-6681b024eab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861ba-21be-4977-b44c-abc2d0c55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dlc_DocId xmlns="4eed3181-67cc-4905-9bfe-6681b024eab3">URSPROJ-2131783011-801</_dlc_DocId>
    <_dlc_DocIdUrl xmlns="4eed3181-67cc-4905-9bfe-6681b024eab3">
      <Url>https://urbanandmainlines.sharepoint.com/sites/GTS-CA-URSProjectsCommunity/_layouts/15/DocIdRedir.aspx?ID=URSPROJ-2131783011-801</Url>
      <Description>URSPROJ-2131783011-801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7F20B7C-30C9-4196-8BF1-9F590D3D21F8}"/>
</file>

<file path=customXml/itemProps2.xml><?xml version="1.0" encoding="utf-8"?>
<ds:datastoreItem xmlns:ds="http://schemas.openxmlformats.org/officeDocument/2006/customXml" ds:itemID="{9D3F5232-23FD-46D5-AE0E-C92EEA5DD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274955-265A-4BC0-91B6-F5A92D0DF6A7}">
  <ds:schemaRefs>
    <ds:schemaRef ds:uri="http://purl.org/dc/terms/"/>
    <ds:schemaRef ds:uri="http://www.w3.org/XML/1998/namespace"/>
    <ds:schemaRef ds:uri="801fddfc-c1b3-43e6-b524-e87abde38c4e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http://purl.org/dc/elements/1.1/"/>
    <ds:schemaRef ds:uri="http://schemas.microsoft.com/office/infopath/2007/PartnerControls"/>
    <ds:schemaRef ds:uri="aadcaac4-4462-4508-86e5-7b3a56a97ca5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C7219383-347C-4160-8AB6-F64FFA3C89A7}"/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359</Words>
  <Application>Microsoft Office PowerPoint</Application>
  <PresentationFormat>Widescreen</PresentationFormat>
  <Paragraphs>134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>Thales North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CUSTODIO Erela</dc:creator>
  <cp:lastModifiedBy>CUSTODIO Erela</cp:lastModifiedBy>
  <cp:revision>24</cp:revision>
  <dcterms:created xsi:type="dcterms:W3CDTF">2025-01-20T20:03:55Z</dcterms:created>
  <dcterms:modified xsi:type="dcterms:W3CDTF">2025-11-11T19:22:04Z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c91a-b32e-488d-b670-a1d2c23c2c99_Enabled">
    <vt:lpwstr>true</vt:lpwstr>
  </property>
  <property fmtid="{D5CDD505-2E9C-101B-9397-08002B2CF9AE}" pid="3" name="MSIP_Label_ff38c91a-b32e-488d-b670-a1d2c23c2c99_SetDate">
    <vt:lpwstr>2025-01-20T20:04:45Z</vt:lpwstr>
  </property>
  <property fmtid="{D5CDD505-2E9C-101B-9397-08002B2CF9AE}" pid="4" name="MSIP_Label_ff38c91a-b32e-488d-b670-a1d2c23c2c99_Method">
    <vt:lpwstr>Privileged</vt:lpwstr>
  </property>
  <property fmtid="{D5CDD505-2E9C-101B-9397-08002B2CF9AE}" pid="5" name="MSIP_Label_ff38c91a-b32e-488d-b670-a1d2c23c2c99_Name">
    <vt:lpwstr>NEST-CORE-02</vt:lpwstr>
  </property>
  <property fmtid="{D5CDD505-2E9C-101B-9397-08002B2CF9AE}" pid="6" name="MSIP_Label_ff38c91a-b32e-488d-b670-a1d2c23c2c99_SiteId">
    <vt:lpwstr>f33c7791-13ed-4c20-878e-518e247895dc</vt:lpwstr>
  </property>
  <property fmtid="{D5CDD505-2E9C-101B-9397-08002B2CF9AE}" pid="7" name="MSIP_Label_ff38c91a-b32e-488d-b670-a1d2c23c2c99_ActionId">
    <vt:lpwstr>0d56dc43-dd3d-41ba-abee-bfaf0217442d</vt:lpwstr>
  </property>
  <property fmtid="{D5CDD505-2E9C-101B-9397-08002B2CF9AE}" pid="8" name="MSIP_Label_ff38c91a-b32e-488d-b670-a1d2c23c2c99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{Hitachi Rail – Internal}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 </vt:lpwstr>
  </property>
  <property fmtid="{D5CDD505-2E9C-101B-9397-08002B2CF9AE}" pid="13" name="ContentTypeId">
    <vt:lpwstr>0x010100B4490233BAB4294C9168DA3C4B20F408</vt:lpwstr>
  </property>
  <property fmtid="{D5CDD505-2E9C-101B-9397-08002B2CF9AE}" pid="14" name="MediaServiceImageTags">
    <vt:lpwstr/>
  </property>
  <property fmtid="{D5CDD505-2E9C-101B-9397-08002B2CF9AE}" pid="15" name="_dlc_DocIdItemGuid">
    <vt:lpwstr>924de76a-22ba-415c-8363-ac8addc439af</vt:lpwstr>
  </property>
</Properties>
</file>